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6" r:id="rId4"/>
    <p:sldMasterId id="2147483690" r:id="rId5"/>
  </p:sldMasterIdLst>
  <p:notesMasterIdLst>
    <p:notesMasterId r:id="rId19"/>
  </p:notesMasterIdLst>
  <p:sldIdLst>
    <p:sldId id="299" r:id="rId6"/>
    <p:sldId id="301" r:id="rId7"/>
    <p:sldId id="317" r:id="rId8"/>
    <p:sldId id="318" r:id="rId9"/>
    <p:sldId id="319" r:id="rId10"/>
    <p:sldId id="320" r:id="rId11"/>
    <p:sldId id="322" r:id="rId12"/>
    <p:sldId id="324" r:id="rId13"/>
    <p:sldId id="328" r:id="rId14"/>
    <p:sldId id="329" r:id="rId15"/>
    <p:sldId id="330" r:id="rId16"/>
    <p:sldId id="400" r:id="rId17"/>
    <p:sldId id="375" r:id="rId18"/>
  </p:sldIdLst>
  <p:sldSz cx="10058400" cy="7772400"/>
  <p:notesSz cx="6858000" cy="9144000"/>
  <p:defaultTextStyle>
    <a:defPPr>
      <a:defRPr lang="en-US"/>
    </a:defPPr>
    <a:lvl1pPr marL="0" algn="l" defTabSz="1018228" rtl="0" eaLnBrk="1" latinLnBrk="0" hangingPunct="1">
      <a:defRPr sz="2000" kern="1200">
        <a:solidFill>
          <a:schemeClr val="tx1"/>
        </a:solidFill>
        <a:latin typeface="+mn-lt"/>
        <a:ea typeface="+mn-ea"/>
        <a:cs typeface="+mn-cs"/>
      </a:defRPr>
    </a:lvl1pPr>
    <a:lvl2pPr marL="509115" algn="l" defTabSz="1018228" rtl="0" eaLnBrk="1" latinLnBrk="0" hangingPunct="1">
      <a:defRPr sz="2000" kern="1200">
        <a:solidFill>
          <a:schemeClr val="tx1"/>
        </a:solidFill>
        <a:latin typeface="+mn-lt"/>
        <a:ea typeface="+mn-ea"/>
        <a:cs typeface="+mn-cs"/>
      </a:defRPr>
    </a:lvl2pPr>
    <a:lvl3pPr marL="1018228" algn="l" defTabSz="1018228" rtl="0" eaLnBrk="1" latinLnBrk="0" hangingPunct="1">
      <a:defRPr sz="2000" kern="1200">
        <a:solidFill>
          <a:schemeClr val="tx1"/>
        </a:solidFill>
        <a:latin typeface="+mn-lt"/>
        <a:ea typeface="+mn-ea"/>
        <a:cs typeface="+mn-cs"/>
      </a:defRPr>
    </a:lvl3pPr>
    <a:lvl4pPr marL="1527344" algn="l" defTabSz="1018228" rtl="0" eaLnBrk="1" latinLnBrk="0" hangingPunct="1">
      <a:defRPr sz="2000" kern="1200">
        <a:solidFill>
          <a:schemeClr val="tx1"/>
        </a:solidFill>
        <a:latin typeface="+mn-lt"/>
        <a:ea typeface="+mn-ea"/>
        <a:cs typeface="+mn-cs"/>
      </a:defRPr>
    </a:lvl4pPr>
    <a:lvl5pPr marL="2036458" algn="l" defTabSz="1018228" rtl="0" eaLnBrk="1" latinLnBrk="0" hangingPunct="1">
      <a:defRPr sz="2000" kern="1200">
        <a:solidFill>
          <a:schemeClr val="tx1"/>
        </a:solidFill>
        <a:latin typeface="+mn-lt"/>
        <a:ea typeface="+mn-ea"/>
        <a:cs typeface="+mn-cs"/>
      </a:defRPr>
    </a:lvl5pPr>
    <a:lvl6pPr marL="2545574" algn="l" defTabSz="1018228" rtl="0" eaLnBrk="1" latinLnBrk="0" hangingPunct="1">
      <a:defRPr sz="2000" kern="1200">
        <a:solidFill>
          <a:schemeClr val="tx1"/>
        </a:solidFill>
        <a:latin typeface="+mn-lt"/>
        <a:ea typeface="+mn-ea"/>
        <a:cs typeface="+mn-cs"/>
      </a:defRPr>
    </a:lvl6pPr>
    <a:lvl7pPr marL="3054686" algn="l" defTabSz="1018228" rtl="0" eaLnBrk="1" latinLnBrk="0" hangingPunct="1">
      <a:defRPr sz="2000" kern="1200">
        <a:solidFill>
          <a:schemeClr val="tx1"/>
        </a:solidFill>
        <a:latin typeface="+mn-lt"/>
        <a:ea typeface="+mn-ea"/>
        <a:cs typeface="+mn-cs"/>
      </a:defRPr>
    </a:lvl7pPr>
    <a:lvl8pPr marL="3563802" algn="l" defTabSz="1018228" rtl="0" eaLnBrk="1" latinLnBrk="0" hangingPunct="1">
      <a:defRPr sz="2000" kern="1200">
        <a:solidFill>
          <a:schemeClr val="tx1"/>
        </a:solidFill>
        <a:latin typeface="+mn-lt"/>
        <a:ea typeface="+mn-ea"/>
        <a:cs typeface="+mn-cs"/>
      </a:defRPr>
    </a:lvl8pPr>
    <a:lvl9pPr marL="4072914" algn="l" defTabSz="1018228" rtl="0" eaLnBrk="1" latinLnBrk="0" hangingPunct="1">
      <a:defRPr sz="20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48">
          <p15:clr>
            <a:srgbClr val="A4A3A4"/>
          </p15:clr>
        </p15:guide>
        <p15:guide id="2" pos="316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6691C6"/>
    <a:srgbClr val="009999"/>
    <a:srgbClr val="80CCCC"/>
    <a:srgbClr val="003399"/>
    <a:srgbClr val="99CC33"/>
    <a:srgbClr val="FF9900"/>
    <a:srgbClr val="C18835"/>
    <a:srgbClr val="CC7432"/>
    <a:srgbClr val="8099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324" autoAdjust="0"/>
    <p:restoredTop sz="94671" autoAdjust="0"/>
  </p:normalViewPr>
  <p:slideViewPr>
    <p:cSldViewPr>
      <p:cViewPr varScale="1">
        <p:scale>
          <a:sx n="134" d="100"/>
          <a:sy n="134" d="100"/>
        </p:scale>
        <p:origin x="972" y="120"/>
      </p:cViewPr>
      <p:guideLst>
        <p:guide orient="horz" pos="2448"/>
        <p:guide pos="3168"/>
      </p:guideLst>
    </p:cSldViewPr>
  </p:slideViewPr>
  <p:notesTextViewPr>
    <p:cViewPr>
      <p:scale>
        <a:sx n="66" d="100"/>
        <a:sy n="66"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tableStyles" Target="tableStyles.xml"/><Relationship Id="rId10" Type="http://schemas.openxmlformats.org/officeDocument/2006/relationships/slide" Target="slides/slide5.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11BFAF0-7A87-4082-BC9D-2FA963C40737}" type="datetimeFigureOut">
              <a:rPr lang="en-US" smtClean="0"/>
              <a:t>5/16/2026</a:t>
            </a:fld>
            <a:endParaRPr lang="en-US" dirty="0"/>
          </a:p>
        </p:txBody>
      </p:sp>
      <p:sp>
        <p:nvSpPr>
          <p:cNvPr id="4" name="Slide Image Placeholder 3"/>
          <p:cNvSpPr>
            <a:spLocks noGrp="1" noRot="1" noChangeAspect="1"/>
          </p:cNvSpPr>
          <p:nvPr>
            <p:ph type="sldImg" idx="2"/>
          </p:nvPr>
        </p:nvSpPr>
        <p:spPr>
          <a:xfrm>
            <a:off x="1209675" y="685800"/>
            <a:ext cx="443865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60C746D-C835-4AFF-B586-E22D1F615E54}" type="slidenum">
              <a:rPr lang="en-US" smtClean="0"/>
              <a:t>‹#›</a:t>
            </a:fld>
            <a:endParaRPr lang="en-US" dirty="0"/>
          </a:p>
        </p:txBody>
      </p:sp>
    </p:spTree>
    <p:extLst>
      <p:ext uri="{BB962C8B-B14F-4D97-AF65-F5344CB8AC3E}">
        <p14:creationId xmlns:p14="http://schemas.microsoft.com/office/powerpoint/2010/main" val="2581404372"/>
      </p:ext>
    </p:extLst>
  </p:cSld>
  <p:clrMap bg1="lt1" tx1="dk1" bg2="lt2" tx2="dk2" accent1="accent1" accent2="accent2" accent3="accent3" accent4="accent4" accent5="accent5" accent6="accent6" hlink="hlink" folHlink="folHlink"/>
  <p:notesStyle>
    <a:lvl1pPr marL="0" algn="l" defTabSz="913866" rtl="0" eaLnBrk="1" latinLnBrk="0" hangingPunct="1">
      <a:defRPr sz="1200" kern="1200">
        <a:solidFill>
          <a:schemeClr val="tx1"/>
        </a:solidFill>
        <a:latin typeface="+mn-lt"/>
        <a:ea typeface="+mn-ea"/>
        <a:cs typeface="+mn-cs"/>
      </a:defRPr>
    </a:lvl1pPr>
    <a:lvl2pPr marL="456932" algn="l" defTabSz="913866" rtl="0" eaLnBrk="1" latinLnBrk="0" hangingPunct="1">
      <a:defRPr sz="1200" kern="1200">
        <a:solidFill>
          <a:schemeClr val="tx1"/>
        </a:solidFill>
        <a:latin typeface="+mn-lt"/>
        <a:ea typeface="+mn-ea"/>
        <a:cs typeface="+mn-cs"/>
      </a:defRPr>
    </a:lvl2pPr>
    <a:lvl3pPr marL="913866" algn="l" defTabSz="913866" rtl="0" eaLnBrk="1" latinLnBrk="0" hangingPunct="1">
      <a:defRPr sz="1200" kern="1200">
        <a:solidFill>
          <a:schemeClr val="tx1"/>
        </a:solidFill>
        <a:latin typeface="+mn-lt"/>
        <a:ea typeface="+mn-ea"/>
        <a:cs typeface="+mn-cs"/>
      </a:defRPr>
    </a:lvl3pPr>
    <a:lvl4pPr marL="1370798" algn="l" defTabSz="913866" rtl="0" eaLnBrk="1" latinLnBrk="0" hangingPunct="1">
      <a:defRPr sz="1200" kern="1200">
        <a:solidFill>
          <a:schemeClr val="tx1"/>
        </a:solidFill>
        <a:latin typeface="+mn-lt"/>
        <a:ea typeface="+mn-ea"/>
        <a:cs typeface="+mn-cs"/>
      </a:defRPr>
    </a:lvl4pPr>
    <a:lvl5pPr marL="1827730" algn="l" defTabSz="913866" rtl="0" eaLnBrk="1" latinLnBrk="0" hangingPunct="1">
      <a:defRPr sz="1200" kern="1200">
        <a:solidFill>
          <a:schemeClr val="tx1"/>
        </a:solidFill>
        <a:latin typeface="+mn-lt"/>
        <a:ea typeface="+mn-ea"/>
        <a:cs typeface="+mn-cs"/>
      </a:defRPr>
    </a:lvl5pPr>
    <a:lvl6pPr marL="2284663" algn="l" defTabSz="913866" rtl="0" eaLnBrk="1" latinLnBrk="0" hangingPunct="1">
      <a:defRPr sz="1200" kern="1200">
        <a:solidFill>
          <a:schemeClr val="tx1"/>
        </a:solidFill>
        <a:latin typeface="+mn-lt"/>
        <a:ea typeface="+mn-ea"/>
        <a:cs typeface="+mn-cs"/>
      </a:defRPr>
    </a:lvl6pPr>
    <a:lvl7pPr marL="2741597" algn="l" defTabSz="913866" rtl="0" eaLnBrk="1" latinLnBrk="0" hangingPunct="1">
      <a:defRPr sz="1200" kern="1200">
        <a:solidFill>
          <a:schemeClr val="tx1"/>
        </a:solidFill>
        <a:latin typeface="+mn-lt"/>
        <a:ea typeface="+mn-ea"/>
        <a:cs typeface="+mn-cs"/>
      </a:defRPr>
    </a:lvl7pPr>
    <a:lvl8pPr marL="3198529" algn="l" defTabSz="913866" rtl="0" eaLnBrk="1" latinLnBrk="0" hangingPunct="1">
      <a:defRPr sz="1200" kern="1200">
        <a:solidFill>
          <a:schemeClr val="tx1"/>
        </a:solidFill>
        <a:latin typeface="+mn-lt"/>
        <a:ea typeface="+mn-ea"/>
        <a:cs typeface="+mn-cs"/>
      </a:defRPr>
    </a:lvl8pPr>
    <a:lvl9pPr marL="3655462" algn="l" defTabSz="913866"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1"/>
        </a:solidFill>
        <a:effectLst/>
      </p:bgPr>
    </p:bg>
    <p:spTree>
      <p:nvGrpSpPr>
        <p:cNvPr id="1" name=""/>
        <p:cNvGrpSpPr/>
        <p:nvPr/>
      </p:nvGrpSpPr>
      <p:grpSpPr>
        <a:xfrm>
          <a:off x="0" y="0"/>
          <a:ext cx="0" cy="0"/>
          <a:chOff x="0" y="0"/>
          <a:chExt cx="0" cy="0"/>
        </a:xfrm>
      </p:grpSpPr>
      <p:pic>
        <p:nvPicPr>
          <p:cNvPr id="4" name="Picture 2" descr="DEL_CO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gray">
          <a:xfrm>
            <a:off x="981392" y="6824243"/>
            <a:ext cx="1608297" cy="3094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3"/>
          <p:cNvSpPr>
            <a:spLocks noChangeArrowheads="1"/>
          </p:cNvSpPr>
          <p:nvPr/>
        </p:nvSpPr>
        <p:spPr bwMode="gray">
          <a:xfrm>
            <a:off x="644367" y="879798"/>
            <a:ext cx="8769668" cy="5435282"/>
          </a:xfrm>
          <a:prstGeom prst="rect">
            <a:avLst/>
          </a:prstGeom>
          <a:solidFill>
            <a:schemeClr val="bg1"/>
          </a:solidFill>
          <a:ln w="19050" algn="ctr">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100219" tIns="100219" rIns="100219" bIns="100219" anchor="ctr"/>
          <a:lstStyle/>
          <a:p>
            <a:pPr marL="132582" indent="-132582" defTabSz="913866" eaLnBrk="0" fontAlgn="base" hangingPunct="0">
              <a:spcBef>
                <a:spcPct val="50000"/>
              </a:spcBef>
              <a:spcAft>
                <a:spcPct val="0"/>
              </a:spcAft>
            </a:pPr>
            <a:endParaRPr lang="en-US" sz="1200" b="1" dirty="0">
              <a:solidFill>
                <a:srgbClr val="000000"/>
              </a:solidFill>
            </a:endParaRPr>
          </a:p>
        </p:txBody>
      </p:sp>
      <p:sp>
        <p:nvSpPr>
          <p:cNvPr id="7172" name="Rectangle 4"/>
          <p:cNvSpPr>
            <a:spLocks noGrp="1" noChangeArrowheads="1"/>
          </p:cNvSpPr>
          <p:nvPr>
            <p:ph type="ctrTitle" sz="quarter"/>
          </p:nvPr>
        </p:nvSpPr>
        <p:spPr>
          <a:xfrm>
            <a:off x="981398" y="3054985"/>
            <a:ext cx="7239953" cy="622512"/>
          </a:xfrm>
          <a:extLst>
            <a:ext uri="{91240B29-F687-4F45-9708-019B960494DF}">
              <a14:hiddenLine xmlns:a14="http://schemas.microsoft.com/office/drawing/2010/main" w="9525" algn="ctr">
                <a:solidFill>
                  <a:schemeClr val="tx1"/>
                </a:solidFill>
                <a:miter lim="800000"/>
                <a:headEnd/>
                <a:tailEnd/>
              </a14:hiddenLine>
            </a:ext>
          </a:extLst>
        </p:spPr>
        <p:txBody>
          <a:bodyPr/>
          <a:lstStyle>
            <a:lvl1pPr>
              <a:lnSpc>
                <a:spcPts val="3562"/>
              </a:lnSpc>
              <a:spcBef>
                <a:spcPct val="100000"/>
              </a:spcBef>
              <a:buClr>
                <a:schemeClr val="tx2"/>
              </a:buClr>
              <a:buSzPct val="85000"/>
              <a:buFont typeface="Wingdings" pitchFamily="2" charset="2"/>
              <a:buNone/>
              <a:defRPr sz="3100"/>
            </a:lvl1pPr>
          </a:lstStyle>
          <a:p>
            <a:pPr lvl="0"/>
            <a:r>
              <a:rPr lang="en-US" noProof="0"/>
              <a:t>Click to edit Mast</a:t>
            </a:r>
            <a:br>
              <a:rPr lang="en-US" noProof="0"/>
            </a:br>
            <a:r>
              <a:rPr lang="en-US" noProof="0"/>
              <a:t>er title style</a:t>
            </a:r>
          </a:p>
        </p:txBody>
      </p:sp>
      <p:sp>
        <p:nvSpPr>
          <p:cNvPr id="7173" name="Rectangle 5"/>
          <p:cNvSpPr>
            <a:spLocks noGrp="1" noChangeArrowheads="1"/>
          </p:cNvSpPr>
          <p:nvPr>
            <p:ph type="subTitle" sz="quarter" idx="1"/>
          </p:nvPr>
        </p:nvSpPr>
        <p:spPr>
          <a:xfrm>
            <a:off x="981399" y="3985161"/>
            <a:ext cx="7241699" cy="498369"/>
          </a:xfrm>
          <a:extLst>
            <a:ext uri="{91240B29-F687-4F45-9708-019B960494DF}">
              <a14:hiddenLine xmlns:a14="http://schemas.microsoft.com/office/drawing/2010/main" w="9525">
                <a:solidFill>
                  <a:schemeClr val="tx1"/>
                </a:solidFill>
                <a:miter lim="800000"/>
                <a:headEnd/>
                <a:tailEnd/>
              </a14:hiddenLine>
            </a:ext>
          </a:extLst>
        </p:spPr>
        <p:txBody>
          <a:bodyPr/>
          <a:lstStyle>
            <a:lvl1pPr>
              <a:lnSpc>
                <a:spcPts val="2674"/>
              </a:lnSpc>
              <a:spcBef>
                <a:spcPct val="15000"/>
              </a:spcBef>
              <a:buClrTx/>
              <a:defRPr sz="2200" b="1"/>
            </a:lvl1pPr>
          </a:lstStyle>
          <a:p>
            <a:pPr lvl="0"/>
            <a:r>
              <a:rPr lang="en-US" noProof="0"/>
              <a:t>Click to edit Master subtitle style</a:t>
            </a:r>
          </a:p>
        </p:txBody>
      </p:sp>
    </p:spTree>
    <p:extLst>
      <p:ext uri="{BB962C8B-B14F-4D97-AF65-F5344CB8AC3E}">
        <p14:creationId xmlns:p14="http://schemas.microsoft.com/office/powerpoint/2010/main" val="13930862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084854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93"/>
            <a:ext cx="8549640" cy="1543685"/>
          </a:xfrm>
        </p:spPr>
        <p:txBody>
          <a:bodyPr anchor="t"/>
          <a:lstStyle>
            <a:lvl1pPr algn="l">
              <a:defRPr sz="4500" b="1" cap="all"/>
            </a:lvl1pPr>
          </a:lstStyle>
          <a:p>
            <a:r>
              <a:rPr lang="en-US"/>
              <a:t>Click to edit Master title style</a:t>
            </a:r>
          </a:p>
        </p:txBody>
      </p:sp>
      <p:sp>
        <p:nvSpPr>
          <p:cNvPr id="3" name="Text Placeholder 2"/>
          <p:cNvSpPr>
            <a:spLocks noGrp="1"/>
          </p:cNvSpPr>
          <p:nvPr>
            <p:ph type="body" idx="1"/>
          </p:nvPr>
        </p:nvSpPr>
        <p:spPr>
          <a:xfrm>
            <a:off x="794544" y="3294275"/>
            <a:ext cx="8549640" cy="1700212"/>
          </a:xfrm>
        </p:spPr>
        <p:txBody>
          <a:bodyPr anchor="b"/>
          <a:lstStyle>
            <a:lvl1pPr marL="0" indent="0">
              <a:buNone/>
              <a:defRPr sz="2200"/>
            </a:lvl1pPr>
            <a:lvl2pPr marL="509115" indent="0">
              <a:buNone/>
              <a:defRPr sz="2000"/>
            </a:lvl2pPr>
            <a:lvl3pPr marL="1018228" indent="0">
              <a:buNone/>
              <a:defRPr sz="1800"/>
            </a:lvl3pPr>
            <a:lvl4pPr marL="1527344" indent="0">
              <a:buNone/>
              <a:defRPr sz="1600"/>
            </a:lvl4pPr>
            <a:lvl5pPr marL="2036458" indent="0">
              <a:buNone/>
              <a:defRPr sz="1600"/>
            </a:lvl5pPr>
            <a:lvl6pPr marL="2545574" indent="0">
              <a:buNone/>
              <a:defRPr sz="1600"/>
            </a:lvl6pPr>
            <a:lvl7pPr marL="3054686" indent="0">
              <a:buNone/>
              <a:defRPr sz="1600"/>
            </a:lvl7pPr>
            <a:lvl8pPr marL="3563802" indent="0">
              <a:buNone/>
              <a:defRPr sz="1600"/>
            </a:lvl8pPr>
            <a:lvl9pPr marL="4072914" indent="0">
              <a:buNone/>
              <a:defRPr sz="1600"/>
            </a:lvl9pPr>
          </a:lstStyle>
          <a:p>
            <a:pPr lvl="0"/>
            <a:r>
              <a:rPr lang="en-US"/>
              <a:t>Click to edit Master text styles</a:t>
            </a:r>
          </a:p>
        </p:txBody>
      </p:sp>
    </p:spTree>
    <p:extLst>
      <p:ext uri="{BB962C8B-B14F-4D97-AF65-F5344CB8AC3E}">
        <p14:creationId xmlns:p14="http://schemas.microsoft.com/office/powerpoint/2010/main" val="17054957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19104" y="1295406"/>
            <a:ext cx="4501833" cy="5820305"/>
          </a:xfrm>
        </p:spPr>
        <p:txBody>
          <a:bodyPr/>
          <a:lstStyle>
            <a:lvl1pPr>
              <a:defRPr sz="3100"/>
            </a:lvl1pPr>
            <a:lvl2pPr>
              <a:defRPr sz="2700"/>
            </a:lvl2pPr>
            <a:lvl3pPr>
              <a:defRPr sz="22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088578" y="1295406"/>
            <a:ext cx="4501833" cy="5820305"/>
          </a:xfrm>
        </p:spPr>
        <p:txBody>
          <a:bodyPr/>
          <a:lstStyle>
            <a:lvl1pPr>
              <a:defRPr sz="3100"/>
            </a:lvl1pPr>
            <a:lvl2pPr>
              <a:defRPr sz="2700"/>
            </a:lvl2pPr>
            <a:lvl3pPr>
              <a:defRPr sz="22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717739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02920" y="311256"/>
            <a:ext cx="9052560" cy="12954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502921" y="1739795"/>
            <a:ext cx="4444207" cy="725064"/>
          </a:xfrm>
        </p:spPr>
        <p:txBody>
          <a:bodyPr anchor="b"/>
          <a:lstStyle>
            <a:lvl1pPr marL="0" indent="0">
              <a:buNone/>
              <a:defRPr sz="2700" b="1"/>
            </a:lvl1pPr>
            <a:lvl2pPr marL="509115" indent="0">
              <a:buNone/>
              <a:defRPr sz="2200" b="1"/>
            </a:lvl2pPr>
            <a:lvl3pPr marL="1018228" indent="0">
              <a:buNone/>
              <a:defRPr sz="2000" b="1"/>
            </a:lvl3pPr>
            <a:lvl4pPr marL="1527344" indent="0">
              <a:buNone/>
              <a:defRPr sz="1800" b="1"/>
            </a:lvl4pPr>
            <a:lvl5pPr marL="2036458" indent="0">
              <a:buNone/>
              <a:defRPr sz="1800" b="1"/>
            </a:lvl5pPr>
            <a:lvl6pPr marL="2545574" indent="0">
              <a:buNone/>
              <a:defRPr sz="1800" b="1"/>
            </a:lvl6pPr>
            <a:lvl7pPr marL="3054686" indent="0">
              <a:buNone/>
              <a:defRPr sz="1800" b="1"/>
            </a:lvl7pPr>
            <a:lvl8pPr marL="3563802" indent="0">
              <a:buNone/>
              <a:defRPr sz="1800" b="1"/>
            </a:lvl8pPr>
            <a:lvl9pPr marL="4072914" indent="0">
              <a:buNone/>
              <a:defRPr sz="1800" b="1"/>
            </a:lvl9pPr>
          </a:lstStyle>
          <a:p>
            <a:pPr lvl="0"/>
            <a:r>
              <a:rPr lang="en-US"/>
              <a:t>Click to edit Master text styles</a:t>
            </a:r>
          </a:p>
        </p:txBody>
      </p:sp>
      <p:sp>
        <p:nvSpPr>
          <p:cNvPr id="4" name="Content Placeholder 3"/>
          <p:cNvSpPr>
            <a:spLocks noGrp="1"/>
          </p:cNvSpPr>
          <p:nvPr>
            <p:ph sz="half" idx="2"/>
          </p:nvPr>
        </p:nvSpPr>
        <p:spPr>
          <a:xfrm>
            <a:off x="502921" y="2464859"/>
            <a:ext cx="4444207" cy="4478126"/>
          </a:xfrm>
        </p:spPr>
        <p:txBody>
          <a:bodyPr/>
          <a:lstStyle>
            <a:lvl1pPr>
              <a:defRPr sz="2700"/>
            </a:lvl1pPr>
            <a:lvl2pPr>
              <a:defRPr sz="22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109533" y="1739795"/>
            <a:ext cx="4445953" cy="725064"/>
          </a:xfrm>
        </p:spPr>
        <p:txBody>
          <a:bodyPr anchor="b"/>
          <a:lstStyle>
            <a:lvl1pPr marL="0" indent="0">
              <a:buNone/>
              <a:defRPr sz="2700" b="1"/>
            </a:lvl1pPr>
            <a:lvl2pPr marL="509115" indent="0">
              <a:buNone/>
              <a:defRPr sz="2200" b="1"/>
            </a:lvl2pPr>
            <a:lvl3pPr marL="1018228" indent="0">
              <a:buNone/>
              <a:defRPr sz="2000" b="1"/>
            </a:lvl3pPr>
            <a:lvl4pPr marL="1527344" indent="0">
              <a:buNone/>
              <a:defRPr sz="1800" b="1"/>
            </a:lvl4pPr>
            <a:lvl5pPr marL="2036458" indent="0">
              <a:buNone/>
              <a:defRPr sz="1800" b="1"/>
            </a:lvl5pPr>
            <a:lvl6pPr marL="2545574" indent="0">
              <a:buNone/>
              <a:defRPr sz="1800" b="1"/>
            </a:lvl6pPr>
            <a:lvl7pPr marL="3054686" indent="0">
              <a:buNone/>
              <a:defRPr sz="1800" b="1"/>
            </a:lvl7pPr>
            <a:lvl8pPr marL="3563802" indent="0">
              <a:buNone/>
              <a:defRPr sz="1800" b="1"/>
            </a:lvl8pPr>
            <a:lvl9pPr marL="4072914" indent="0">
              <a:buNone/>
              <a:defRPr sz="1800" b="1"/>
            </a:lvl9pPr>
          </a:lstStyle>
          <a:p>
            <a:pPr lvl="0"/>
            <a:r>
              <a:rPr lang="en-US"/>
              <a:t>Click to edit Master text styles</a:t>
            </a:r>
          </a:p>
        </p:txBody>
      </p:sp>
      <p:sp>
        <p:nvSpPr>
          <p:cNvPr id="6" name="Content Placeholder 5"/>
          <p:cNvSpPr>
            <a:spLocks noGrp="1"/>
          </p:cNvSpPr>
          <p:nvPr>
            <p:ph sz="quarter" idx="4"/>
          </p:nvPr>
        </p:nvSpPr>
        <p:spPr>
          <a:xfrm>
            <a:off x="5109533" y="2464859"/>
            <a:ext cx="4445953" cy="4478126"/>
          </a:xfrm>
        </p:spPr>
        <p:txBody>
          <a:bodyPr/>
          <a:lstStyle>
            <a:lvl1pPr>
              <a:defRPr sz="2700"/>
            </a:lvl1pPr>
            <a:lvl2pPr>
              <a:defRPr sz="22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731342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1505906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1792636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2925" y="309457"/>
            <a:ext cx="3309144" cy="1316990"/>
          </a:xfrm>
        </p:spPr>
        <p:txBody>
          <a:bodyPr/>
          <a:lstStyle>
            <a:lvl1pPr algn="l">
              <a:defRPr sz="2200" b="1"/>
            </a:lvl1pPr>
          </a:lstStyle>
          <a:p>
            <a:r>
              <a:rPr lang="en-US"/>
              <a:t>Click to edit Master title style</a:t>
            </a:r>
          </a:p>
        </p:txBody>
      </p:sp>
      <p:sp>
        <p:nvSpPr>
          <p:cNvPr id="3" name="Content Placeholder 2"/>
          <p:cNvSpPr>
            <a:spLocks noGrp="1"/>
          </p:cNvSpPr>
          <p:nvPr>
            <p:ph idx="1"/>
          </p:nvPr>
        </p:nvSpPr>
        <p:spPr>
          <a:xfrm>
            <a:off x="3932555" y="309457"/>
            <a:ext cx="5622925" cy="6633528"/>
          </a:xfrm>
        </p:spPr>
        <p:txBody>
          <a:bodyPr/>
          <a:lstStyle>
            <a:lvl1pPr>
              <a:defRPr sz="3600"/>
            </a:lvl1pPr>
            <a:lvl2pPr>
              <a:defRPr sz="3100"/>
            </a:lvl2pPr>
            <a:lvl3pPr>
              <a:defRPr sz="2700"/>
            </a:lvl3pPr>
            <a:lvl4pPr>
              <a:defRPr sz="2200"/>
            </a:lvl4pPr>
            <a:lvl5pPr>
              <a:defRPr sz="2200"/>
            </a:lvl5pPr>
            <a:lvl6pPr>
              <a:defRPr sz="2200"/>
            </a:lvl6pPr>
            <a:lvl7pPr>
              <a:defRPr sz="2200"/>
            </a:lvl7pPr>
            <a:lvl8pPr>
              <a:defRPr sz="2200"/>
            </a:lvl8pPr>
            <a:lvl9pPr>
              <a:defRPr sz="2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502925" y="1626447"/>
            <a:ext cx="3309144" cy="5316538"/>
          </a:xfrm>
        </p:spPr>
        <p:txBody>
          <a:bodyPr/>
          <a:lstStyle>
            <a:lvl1pPr marL="0" indent="0">
              <a:buNone/>
              <a:defRPr sz="1600"/>
            </a:lvl1pPr>
            <a:lvl2pPr marL="509115" indent="0">
              <a:buNone/>
              <a:defRPr sz="1300"/>
            </a:lvl2pPr>
            <a:lvl3pPr marL="1018228" indent="0">
              <a:buNone/>
              <a:defRPr sz="1100"/>
            </a:lvl3pPr>
            <a:lvl4pPr marL="1527344" indent="0">
              <a:buNone/>
              <a:defRPr sz="1000"/>
            </a:lvl4pPr>
            <a:lvl5pPr marL="2036458" indent="0">
              <a:buNone/>
              <a:defRPr sz="1000"/>
            </a:lvl5pPr>
            <a:lvl6pPr marL="2545574" indent="0">
              <a:buNone/>
              <a:defRPr sz="1000"/>
            </a:lvl6pPr>
            <a:lvl7pPr marL="3054686" indent="0">
              <a:buNone/>
              <a:defRPr sz="1000"/>
            </a:lvl7pPr>
            <a:lvl8pPr marL="3563802" indent="0">
              <a:buNone/>
              <a:defRPr sz="1000"/>
            </a:lvl8pPr>
            <a:lvl9pPr marL="4072914" indent="0">
              <a:buNone/>
              <a:defRPr sz="1000"/>
            </a:lvl9pPr>
          </a:lstStyle>
          <a:p>
            <a:pPr lvl="0"/>
            <a:r>
              <a:rPr lang="en-US"/>
              <a:t>Click to edit Master text styles</a:t>
            </a:r>
          </a:p>
        </p:txBody>
      </p:sp>
    </p:spTree>
    <p:extLst>
      <p:ext uri="{BB962C8B-B14F-4D97-AF65-F5344CB8AC3E}">
        <p14:creationId xmlns:p14="http://schemas.microsoft.com/office/powerpoint/2010/main" val="431771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71517" y="5440680"/>
            <a:ext cx="6035040" cy="642303"/>
          </a:xfrm>
        </p:spPr>
        <p:txBody>
          <a:bodyPr/>
          <a:lstStyle>
            <a:lvl1pPr algn="l">
              <a:defRPr sz="2200" b="1"/>
            </a:lvl1pPr>
          </a:lstStyle>
          <a:p>
            <a:r>
              <a:rPr lang="en-US"/>
              <a:t>Click to edit Master title style</a:t>
            </a:r>
          </a:p>
        </p:txBody>
      </p:sp>
      <p:sp>
        <p:nvSpPr>
          <p:cNvPr id="3" name="Picture Placeholder 2"/>
          <p:cNvSpPr>
            <a:spLocks noGrp="1"/>
          </p:cNvSpPr>
          <p:nvPr>
            <p:ph type="pic" idx="1"/>
          </p:nvPr>
        </p:nvSpPr>
        <p:spPr>
          <a:xfrm>
            <a:off x="1971517" y="694478"/>
            <a:ext cx="6035040" cy="4663440"/>
          </a:xfrm>
        </p:spPr>
        <p:txBody>
          <a:bodyPr/>
          <a:lstStyle>
            <a:lvl1pPr marL="0" indent="0">
              <a:buNone/>
              <a:defRPr sz="3600"/>
            </a:lvl1pPr>
            <a:lvl2pPr marL="509115" indent="0">
              <a:buNone/>
              <a:defRPr sz="3100"/>
            </a:lvl2pPr>
            <a:lvl3pPr marL="1018228" indent="0">
              <a:buNone/>
              <a:defRPr sz="2700"/>
            </a:lvl3pPr>
            <a:lvl4pPr marL="1527344" indent="0">
              <a:buNone/>
              <a:defRPr sz="2200"/>
            </a:lvl4pPr>
            <a:lvl5pPr marL="2036458" indent="0">
              <a:buNone/>
              <a:defRPr sz="2200"/>
            </a:lvl5pPr>
            <a:lvl6pPr marL="2545574" indent="0">
              <a:buNone/>
              <a:defRPr sz="2200"/>
            </a:lvl6pPr>
            <a:lvl7pPr marL="3054686" indent="0">
              <a:buNone/>
              <a:defRPr sz="2200"/>
            </a:lvl7pPr>
            <a:lvl8pPr marL="3563802" indent="0">
              <a:buNone/>
              <a:defRPr sz="2200"/>
            </a:lvl8pPr>
            <a:lvl9pPr marL="4072914" indent="0">
              <a:buNone/>
              <a:defRPr sz="2200"/>
            </a:lvl9pPr>
          </a:lstStyle>
          <a:p>
            <a:pPr lvl="0"/>
            <a:endParaRPr lang="en-US" noProof="0" dirty="0"/>
          </a:p>
        </p:txBody>
      </p:sp>
      <p:sp>
        <p:nvSpPr>
          <p:cNvPr id="4" name="Text Placeholder 3"/>
          <p:cNvSpPr>
            <a:spLocks noGrp="1"/>
          </p:cNvSpPr>
          <p:nvPr>
            <p:ph type="body" sz="half" idx="2"/>
          </p:nvPr>
        </p:nvSpPr>
        <p:spPr>
          <a:xfrm>
            <a:off x="1971517" y="6082983"/>
            <a:ext cx="6035040" cy="912177"/>
          </a:xfrm>
        </p:spPr>
        <p:txBody>
          <a:bodyPr/>
          <a:lstStyle>
            <a:lvl1pPr marL="0" indent="0">
              <a:buNone/>
              <a:defRPr sz="1600"/>
            </a:lvl1pPr>
            <a:lvl2pPr marL="509115" indent="0">
              <a:buNone/>
              <a:defRPr sz="1300"/>
            </a:lvl2pPr>
            <a:lvl3pPr marL="1018228" indent="0">
              <a:buNone/>
              <a:defRPr sz="1100"/>
            </a:lvl3pPr>
            <a:lvl4pPr marL="1527344" indent="0">
              <a:buNone/>
              <a:defRPr sz="1000"/>
            </a:lvl4pPr>
            <a:lvl5pPr marL="2036458" indent="0">
              <a:buNone/>
              <a:defRPr sz="1000"/>
            </a:lvl5pPr>
            <a:lvl6pPr marL="2545574" indent="0">
              <a:buNone/>
              <a:defRPr sz="1000"/>
            </a:lvl6pPr>
            <a:lvl7pPr marL="3054686" indent="0">
              <a:buNone/>
              <a:defRPr sz="1000"/>
            </a:lvl7pPr>
            <a:lvl8pPr marL="3563802" indent="0">
              <a:buNone/>
              <a:defRPr sz="1000"/>
            </a:lvl8pPr>
            <a:lvl9pPr marL="4072914" indent="0">
              <a:buNone/>
              <a:defRPr sz="1000"/>
            </a:lvl9pPr>
          </a:lstStyle>
          <a:p>
            <a:pPr lvl="0"/>
            <a:r>
              <a:rPr lang="en-US"/>
              <a:t>Click to edit Master text styles</a:t>
            </a:r>
          </a:p>
        </p:txBody>
      </p:sp>
    </p:spTree>
    <p:extLst>
      <p:ext uri="{BB962C8B-B14F-4D97-AF65-F5344CB8AC3E}">
        <p14:creationId xmlns:p14="http://schemas.microsoft.com/office/powerpoint/2010/main" val="977669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96037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13295" y="462387"/>
            <a:ext cx="2298065" cy="665331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19100" y="462387"/>
            <a:ext cx="6726555" cy="665331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565621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40055" y="462387"/>
            <a:ext cx="9171305" cy="413808"/>
          </a:xfrm>
        </p:spPr>
        <p:txBody>
          <a:bodyPr/>
          <a:lstStyle/>
          <a:p>
            <a:r>
              <a:rPr lang="en-US"/>
              <a:t>Click to edit Master title style</a:t>
            </a:r>
          </a:p>
        </p:txBody>
      </p:sp>
      <p:sp>
        <p:nvSpPr>
          <p:cNvPr id="3" name="Table Placeholder 2"/>
          <p:cNvSpPr>
            <a:spLocks noGrp="1"/>
          </p:cNvSpPr>
          <p:nvPr>
            <p:ph type="tbl" idx="1"/>
          </p:nvPr>
        </p:nvSpPr>
        <p:spPr>
          <a:xfrm>
            <a:off x="419100" y="1295406"/>
            <a:ext cx="9171305" cy="5820305"/>
          </a:xfrm>
        </p:spPr>
        <p:txBody>
          <a:bodyPr/>
          <a:lstStyle/>
          <a:p>
            <a:pPr lvl="0"/>
            <a:endParaRPr lang="en-US" noProof="0" dirty="0"/>
          </a:p>
        </p:txBody>
      </p:sp>
    </p:spTree>
    <p:extLst>
      <p:ext uri="{BB962C8B-B14F-4D97-AF65-F5344CB8AC3E}">
        <p14:creationId xmlns:p14="http://schemas.microsoft.com/office/powerpoint/2010/main" val="3236929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chart" preserve="1">
  <p:cSld name="Title and Chart">
    <p:spTree>
      <p:nvGrpSpPr>
        <p:cNvPr id="1" name=""/>
        <p:cNvGrpSpPr/>
        <p:nvPr/>
      </p:nvGrpSpPr>
      <p:grpSpPr>
        <a:xfrm>
          <a:off x="0" y="0"/>
          <a:ext cx="0" cy="0"/>
          <a:chOff x="0" y="0"/>
          <a:chExt cx="0" cy="0"/>
        </a:xfrm>
      </p:grpSpPr>
      <p:sp>
        <p:nvSpPr>
          <p:cNvPr id="2" name="Title 1"/>
          <p:cNvSpPr>
            <a:spLocks noGrp="1"/>
          </p:cNvSpPr>
          <p:nvPr>
            <p:ph type="title"/>
          </p:nvPr>
        </p:nvSpPr>
        <p:spPr>
          <a:xfrm>
            <a:off x="440055" y="462387"/>
            <a:ext cx="9171305" cy="413808"/>
          </a:xfrm>
        </p:spPr>
        <p:txBody>
          <a:bodyPr/>
          <a:lstStyle/>
          <a:p>
            <a:r>
              <a:rPr lang="en-US"/>
              <a:t>Click to edit Master title style</a:t>
            </a:r>
          </a:p>
        </p:txBody>
      </p:sp>
      <p:sp>
        <p:nvSpPr>
          <p:cNvPr id="3" name="Chart Placeholder 2"/>
          <p:cNvSpPr>
            <a:spLocks noGrp="1"/>
          </p:cNvSpPr>
          <p:nvPr>
            <p:ph type="chart" idx="1"/>
          </p:nvPr>
        </p:nvSpPr>
        <p:spPr>
          <a:xfrm>
            <a:off x="419100" y="1295406"/>
            <a:ext cx="9171305" cy="5820305"/>
          </a:xfrm>
        </p:spPr>
        <p:txBody>
          <a:bodyPr/>
          <a:lstStyle/>
          <a:p>
            <a:pPr lvl="0"/>
            <a:endParaRPr lang="en-US" noProof="0" dirty="0"/>
          </a:p>
        </p:txBody>
      </p:sp>
    </p:spTree>
    <p:extLst>
      <p:ext uri="{BB962C8B-B14F-4D97-AF65-F5344CB8AC3E}">
        <p14:creationId xmlns:p14="http://schemas.microsoft.com/office/powerpoint/2010/main" val="174078945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Title">
    <p:bg>
      <p:bgPr>
        <a:solidFill>
          <a:schemeClr val="bg1"/>
        </a:solidFill>
        <a:effectLst/>
      </p:bgPr>
    </p:bg>
    <p:spTree>
      <p:nvGrpSpPr>
        <p:cNvPr id="1" name=""/>
        <p:cNvGrpSpPr/>
        <p:nvPr/>
      </p:nvGrpSpPr>
      <p:grpSpPr>
        <a:xfrm>
          <a:off x="0" y="0"/>
          <a:ext cx="0" cy="0"/>
          <a:chOff x="0" y="0"/>
          <a:chExt cx="0" cy="0"/>
        </a:xfrm>
      </p:grpSpPr>
      <p:sp>
        <p:nvSpPr>
          <p:cNvPr id="120835" name="Title Placeholder 1"/>
          <p:cNvSpPr>
            <a:spLocks noGrp="1"/>
          </p:cNvSpPr>
          <p:nvPr>
            <p:ph type="ctrTitle"/>
          </p:nvPr>
        </p:nvSpPr>
        <p:spPr bwMode="gray">
          <a:xfrm>
            <a:off x="1257301" y="2993845"/>
            <a:ext cx="4524534" cy="842965"/>
          </a:xfrm>
          <a:prstGeom prst="rect">
            <a:avLst/>
          </a:prstGeom>
        </p:spPr>
        <p:txBody>
          <a:bodyPr anchor="b" anchorCtr="0">
            <a:spAutoFit/>
          </a:bodyPr>
          <a:lstStyle>
            <a:lvl1pPr>
              <a:lnSpc>
                <a:spcPct val="85000"/>
              </a:lnSpc>
              <a:defRPr sz="3100" b="0" smtClean="0">
                <a:latin typeface="Times New Roman" pitchFamily="18" charset="0"/>
              </a:defRPr>
            </a:lvl1pPr>
          </a:lstStyle>
          <a:p>
            <a:r>
              <a:rPr lang="en-US"/>
              <a:t>Click to edit Master title style</a:t>
            </a:r>
            <a:endParaRPr lang="en-US" dirty="0"/>
          </a:p>
        </p:txBody>
      </p:sp>
      <p:sp>
        <p:nvSpPr>
          <p:cNvPr id="120836" name="Text Placeholder 2"/>
          <p:cNvSpPr>
            <a:spLocks noGrp="1"/>
          </p:cNvSpPr>
          <p:nvPr>
            <p:ph type="subTitle" idx="1"/>
          </p:nvPr>
        </p:nvSpPr>
        <p:spPr bwMode="gray">
          <a:xfrm>
            <a:off x="1257301" y="4181264"/>
            <a:ext cx="4524534" cy="313932"/>
          </a:xfrm>
          <a:prstGeom prst="rect">
            <a:avLst/>
          </a:prstGeom>
        </p:spPr>
        <p:txBody>
          <a:bodyPr>
            <a:spAutoFit/>
          </a:bodyPr>
          <a:lstStyle>
            <a:lvl1pPr>
              <a:lnSpc>
                <a:spcPct val="100000"/>
              </a:lnSpc>
              <a:defRPr sz="2000" b="1" smtClean="0">
                <a:latin typeface="Arial" pitchFamily="34" charset="0"/>
              </a:defRPr>
            </a:lvl1pPr>
          </a:lstStyle>
          <a:p>
            <a:r>
              <a:rPr lang="en-US"/>
              <a:t>Click to edit Master subtitle style</a:t>
            </a:r>
            <a:endParaRPr/>
          </a:p>
        </p:txBody>
      </p:sp>
      <p:pic>
        <p:nvPicPr>
          <p:cNvPr id="120844" name="Picture 12" descr="DEL_DCS_PRI_RGB"/>
          <p:cNvPicPr>
            <a:picLocks noChangeAspect="1" noChangeArrowheads="1"/>
          </p:cNvPicPr>
          <p:nvPr userDrawn="1"/>
        </p:nvPicPr>
        <p:blipFill>
          <a:blip r:embed="rId2" cstate="print"/>
          <a:srcRect/>
          <a:stretch>
            <a:fillRect/>
          </a:stretch>
        </p:blipFill>
        <p:spPr bwMode="gray">
          <a:xfrm>
            <a:off x="445294" y="343642"/>
            <a:ext cx="1800383" cy="349038"/>
          </a:xfrm>
          <a:prstGeom prst="rect">
            <a:avLst/>
          </a:prstGeom>
          <a:noFill/>
        </p:spPr>
      </p:pic>
    </p:spTree>
    <p:extLst>
      <p:ext uri="{BB962C8B-B14F-4D97-AF65-F5344CB8AC3E}">
        <p14:creationId xmlns:p14="http://schemas.microsoft.com/office/powerpoint/2010/main" val="3275160175"/>
      </p:ext>
    </p:extLst>
  </p:cSld>
  <p:clrMapOvr>
    <a:masterClrMapping/>
  </p:clrMapOvr>
  <p:transition/>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itle" preserve="1">
  <p:cSld name="Divider">
    <p:bg>
      <p:bgPr>
        <a:solidFill>
          <a:schemeClr val="bg1"/>
        </a:solidFill>
        <a:effectLst/>
      </p:bgPr>
    </p:bg>
    <p:spTree>
      <p:nvGrpSpPr>
        <p:cNvPr id="1" name=""/>
        <p:cNvGrpSpPr/>
        <p:nvPr/>
      </p:nvGrpSpPr>
      <p:grpSpPr>
        <a:xfrm>
          <a:off x="0" y="0"/>
          <a:ext cx="0" cy="0"/>
          <a:chOff x="0" y="0"/>
          <a:chExt cx="0" cy="0"/>
        </a:xfrm>
      </p:grpSpPr>
      <p:sp>
        <p:nvSpPr>
          <p:cNvPr id="120835" name="Title Placeholder 1"/>
          <p:cNvSpPr>
            <a:spLocks noGrp="1"/>
          </p:cNvSpPr>
          <p:nvPr>
            <p:ph type="ctrTitle"/>
          </p:nvPr>
        </p:nvSpPr>
        <p:spPr bwMode="gray">
          <a:xfrm>
            <a:off x="452628" y="3143145"/>
            <a:ext cx="4757623" cy="829056"/>
          </a:xfrm>
          <a:prstGeom prst="rect">
            <a:avLst/>
          </a:prstGeom>
        </p:spPr>
        <p:txBody>
          <a:bodyPr>
            <a:spAutoFit/>
          </a:bodyPr>
          <a:lstStyle>
            <a:lvl1pPr>
              <a:lnSpc>
                <a:spcPct val="85000"/>
              </a:lnSpc>
              <a:defRPr sz="3100" b="1" smtClean="0">
                <a:latin typeface="+mj-lt"/>
              </a:defRPr>
            </a:lvl1pPr>
          </a:lstStyle>
          <a:p>
            <a:r>
              <a:rPr lang="en-US"/>
              <a:t>Click to edit Master title style</a:t>
            </a:r>
            <a:endParaRPr lang="en-US" dirty="0"/>
          </a:p>
        </p:txBody>
      </p:sp>
      <p:sp>
        <p:nvSpPr>
          <p:cNvPr id="120836" name="Text Placeholder 2"/>
          <p:cNvSpPr>
            <a:spLocks noGrp="1"/>
          </p:cNvSpPr>
          <p:nvPr>
            <p:ph type="subTitle" idx="1"/>
          </p:nvPr>
        </p:nvSpPr>
        <p:spPr bwMode="gray">
          <a:xfrm>
            <a:off x="452628" y="4186733"/>
            <a:ext cx="4757623" cy="348814"/>
          </a:xfrm>
          <a:prstGeom prst="rect">
            <a:avLst/>
          </a:prstGeom>
        </p:spPr>
        <p:txBody>
          <a:bodyPr>
            <a:spAutoFit/>
          </a:bodyPr>
          <a:lstStyle>
            <a:lvl1pPr>
              <a:lnSpc>
                <a:spcPct val="100000"/>
              </a:lnSpc>
              <a:defRPr sz="2200" b="0" smtClean="0">
                <a:latin typeface="Arial" pitchFamily="34" charset="0"/>
              </a:defRPr>
            </a:lvl1pPr>
          </a:lstStyle>
          <a:p>
            <a:r>
              <a:rPr lang="en-US"/>
              <a:t>Click to edit Master subtitle style</a:t>
            </a:r>
            <a:endParaRPr/>
          </a:p>
        </p:txBody>
      </p:sp>
    </p:spTree>
    <p:extLst>
      <p:ext uri="{BB962C8B-B14F-4D97-AF65-F5344CB8AC3E}">
        <p14:creationId xmlns:p14="http://schemas.microsoft.com/office/powerpoint/2010/main" val="2365945723"/>
      </p:ext>
    </p:extLst>
  </p:cSld>
  <p:clrMapOvr>
    <a:masterClrMapping/>
  </p:clrMapOvr>
  <p:transition/>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itle" preserve="1">
  <p:cSld name="Divider 2">
    <p:bg>
      <p:bgPr>
        <a:solidFill>
          <a:schemeClr val="accent2"/>
        </a:solidFill>
        <a:effectLst/>
      </p:bgPr>
    </p:bg>
    <p:spTree>
      <p:nvGrpSpPr>
        <p:cNvPr id="1" name=""/>
        <p:cNvGrpSpPr/>
        <p:nvPr/>
      </p:nvGrpSpPr>
      <p:grpSpPr>
        <a:xfrm>
          <a:off x="0" y="0"/>
          <a:ext cx="0" cy="0"/>
          <a:chOff x="0" y="0"/>
          <a:chExt cx="0" cy="0"/>
        </a:xfrm>
      </p:grpSpPr>
      <p:sp>
        <p:nvSpPr>
          <p:cNvPr id="120835" name="Title Placeholder 1"/>
          <p:cNvSpPr>
            <a:spLocks noGrp="1"/>
          </p:cNvSpPr>
          <p:nvPr>
            <p:ph type="ctrTitle"/>
          </p:nvPr>
        </p:nvSpPr>
        <p:spPr bwMode="auto">
          <a:xfrm>
            <a:off x="452628" y="3201322"/>
            <a:ext cx="8964899" cy="770877"/>
          </a:xfrm>
          <a:prstGeom prst="rect">
            <a:avLst/>
          </a:prstGeom>
        </p:spPr>
        <p:txBody>
          <a:bodyPr anchor="b" anchorCtr="0">
            <a:spAutoFit/>
          </a:bodyPr>
          <a:lstStyle>
            <a:lvl1pPr>
              <a:lnSpc>
                <a:spcPct val="85000"/>
              </a:lnSpc>
              <a:defRPr sz="5800" b="0" smtClean="0">
                <a:solidFill>
                  <a:schemeClr val="bg1"/>
                </a:solidFill>
                <a:latin typeface="Times New Roman" pitchFamily="18" charset="0"/>
                <a:cs typeface="Times New Roman" pitchFamily="18" charset="0"/>
              </a:defRPr>
            </a:lvl1pPr>
          </a:lstStyle>
          <a:p>
            <a:r>
              <a:rPr lang="en-US"/>
              <a:t>Click to edit Master title style</a:t>
            </a:r>
            <a:endParaRPr lang="en-US" dirty="0"/>
          </a:p>
        </p:txBody>
      </p:sp>
      <p:sp>
        <p:nvSpPr>
          <p:cNvPr id="120836" name="Text Placeholder 2"/>
          <p:cNvSpPr>
            <a:spLocks noGrp="1"/>
          </p:cNvSpPr>
          <p:nvPr>
            <p:ph type="subTitle" idx="1"/>
          </p:nvPr>
        </p:nvSpPr>
        <p:spPr bwMode="auto">
          <a:xfrm>
            <a:off x="452628" y="4186733"/>
            <a:ext cx="4757623" cy="313932"/>
          </a:xfrm>
          <a:prstGeom prst="rect">
            <a:avLst/>
          </a:prstGeom>
        </p:spPr>
        <p:txBody>
          <a:bodyPr>
            <a:spAutoFit/>
          </a:bodyPr>
          <a:lstStyle>
            <a:lvl1pPr>
              <a:lnSpc>
                <a:spcPct val="100000"/>
              </a:lnSpc>
              <a:defRPr sz="2000" b="1" smtClean="0">
                <a:solidFill>
                  <a:schemeClr val="bg1"/>
                </a:solidFill>
                <a:latin typeface="Arial" pitchFamily="34" charset="0"/>
              </a:defRPr>
            </a:lvl1pPr>
          </a:lstStyle>
          <a:p>
            <a:r>
              <a:rPr lang="en-US"/>
              <a:t>Click to edit Master subtitle style</a:t>
            </a:r>
            <a:endParaRPr/>
          </a:p>
        </p:txBody>
      </p:sp>
    </p:spTree>
    <p:extLst>
      <p:ext uri="{BB962C8B-B14F-4D97-AF65-F5344CB8AC3E}">
        <p14:creationId xmlns:p14="http://schemas.microsoft.com/office/powerpoint/2010/main" val="3384955296"/>
      </p:ext>
    </p:extLst>
  </p:cSld>
  <p:clrMapOvr>
    <a:masterClrMapping/>
  </p:clrMapOvr>
  <p:transition/>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sp>
        <p:nvSpPr>
          <p:cNvPr id="21" name="Content Placeholder 20"/>
          <p:cNvSpPr>
            <a:spLocks noGrp="1"/>
          </p:cNvSpPr>
          <p:nvPr>
            <p:ph sz="quarter" idx="11"/>
          </p:nvPr>
        </p:nvSpPr>
        <p:spPr bwMode="gray">
          <a:xfrm>
            <a:off x="452627" y="1585567"/>
            <a:ext cx="4399071" cy="5539134"/>
          </a:xfrm>
          <a:prstGeom prst="rect">
            <a:avLst/>
          </a:prstGeom>
          <a:noFill/>
          <a:ln w="9525" algn="ctr">
            <a:noFill/>
            <a:miter lim="800000"/>
            <a:headEnd/>
            <a:tailEnd/>
          </a:ln>
          <a:effectLst/>
        </p:spPr>
        <p:txBody>
          <a:bodyPr vert="horz" wrap="square" lIns="0" tIns="0" rIns="0" bIns="0" numCol="1" anchor="t" anchorCtr="0" compatLnSpc="1">
            <a:prstTxWarp prst="textNoShape">
              <a:avLst/>
            </a:prstTxWarp>
            <a:noAutofit/>
          </a:bodyPr>
          <a:lstStyle>
            <a:lvl1pPr marR="0" algn="l" defTabSz="1018824" rtl="0" eaLnBrk="1" fontAlgn="base" latinLnBrk="0" hangingPunct="1">
              <a:lnSpc>
                <a:spcPct val="100000"/>
              </a:lnSpc>
              <a:spcAft>
                <a:spcPct val="0"/>
              </a:spcAft>
              <a:buFont typeface="Arial" pitchFamily="34" charset="0"/>
              <a:tabLst>
                <a:tab pos="4333542" algn="r"/>
              </a:tabLst>
              <a:defRPr kumimoji="0" lang="en-US" sz="2000" b="0" i="0" u="none" strike="noStrike" kern="1200" cap="none" normalizeH="0" baseline="0" dirty="0" smtClean="0">
                <a:ln>
                  <a:noFill/>
                </a:ln>
                <a:solidFill>
                  <a:schemeClr val="tx2"/>
                </a:solidFill>
                <a:effectLst/>
                <a:latin typeface="+mn-lt"/>
                <a:ea typeface="+mn-ea"/>
                <a:cs typeface="Arial" pitchFamily="34" charset="0"/>
              </a:defRPr>
            </a:lvl1pPr>
            <a:lvl2pPr marR="0" algn="l" defTabSz="1018824" rtl="0" eaLnBrk="1" fontAlgn="base" latinLnBrk="0" hangingPunct="1">
              <a:lnSpc>
                <a:spcPct val="100000"/>
              </a:lnSpc>
              <a:spcAft>
                <a:spcPct val="0"/>
              </a:spcAft>
              <a:buFont typeface="Arial" pitchFamily="34" charset="0"/>
              <a:tabLst>
                <a:tab pos="4333542" algn="r"/>
              </a:tabLst>
              <a:defRPr kumimoji="0" lang="en-US" sz="2000" b="0" i="0" u="none" strike="noStrike" kern="1200" cap="none" normalizeH="0" baseline="0" dirty="0" smtClean="0">
                <a:ln>
                  <a:noFill/>
                </a:ln>
                <a:solidFill>
                  <a:schemeClr val="tx2"/>
                </a:solidFill>
                <a:effectLst/>
                <a:latin typeface="+mn-lt"/>
                <a:ea typeface="+mn-ea"/>
                <a:cs typeface="Arial" pitchFamily="34" charset="0"/>
              </a:defRPr>
            </a:lvl2pPr>
            <a:lvl3pPr marR="0" algn="l" defTabSz="1018824" rtl="0" eaLnBrk="1" fontAlgn="base" latinLnBrk="0" hangingPunct="1">
              <a:lnSpc>
                <a:spcPct val="100000"/>
              </a:lnSpc>
              <a:spcAft>
                <a:spcPct val="0"/>
              </a:spcAft>
              <a:buFont typeface="Arial" pitchFamily="34" charset="0"/>
              <a:tabLst>
                <a:tab pos="4326466" algn="r"/>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3pPr>
            <a:lvl4pPr marR="0" algn="l" defTabSz="1018824" rtl="0" eaLnBrk="1" fontAlgn="base" latinLnBrk="0" hangingPunct="1">
              <a:lnSpc>
                <a:spcPct val="100000"/>
              </a:lnSpc>
              <a:spcAft>
                <a:spcPct val="0"/>
              </a:spcAft>
              <a:buFont typeface="Arial" pitchFamily="34" charset="0"/>
              <a:tabLst>
                <a:tab pos="4333542" algn="r"/>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4pPr>
            <a:lvl5pPr marR="0" algn="l" defTabSz="1018824" rtl="0" eaLnBrk="1" fontAlgn="base" latinLnBrk="0" hangingPunct="1">
              <a:lnSpc>
                <a:spcPct val="100000"/>
              </a:lnSpc>
              <a:spcAft>
                <a:spcPct val="0"/>
              </a:spcAft>
              <a:buFont typeface="Arial" pitchFamily="34" charset="0"/>
              <a:tabLst>
                <a:tab pos="4333542" algn="r"/>
              </a:tabLst>
              <a:defRPr kumimoji="0" lang="en-US" sz="1800" b="0" i="0" u="none" strike="noStrike" kern="1200" cap="none" normalizeH="0" baseline="0" dirty="0">
                <a:ln>
                  <a:noFill/>
                </a:ln>
                <a:solidFill>
                  <a:schemeClr val="tx2"/>
                </a:solidFill>
                <a:effectLst/>
                <a:latin typeface="+mn-lt"/>
                <a:ea typeface="+mn-ea"/>
                <a:cs typeface="Arial" pitchFamily="34" charset="0"/>
              </a:defRPr>
            </a:lvl5pPr>
            <a:lvl6pPr>
              <a:tabLst>
                <a:tab pos="4333542" algn="r"/>
              </a:tabLst>
              <a:defRPr/>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itle Placeholder 10"/>
          <p:cNvSpPr>
            <a:spLocks noGrp="1"/>
          </p:cNvSpPr>
          <p:nvPr>
            <p:ph type="title"/>
          </p:nvPr>
        </p:nvSpPr>
        <p:spPr bwMode="gray">
          <a:xfrm>
            <a:off x="455772" y="510316"/>
            <a:ext cx="9163202" cy="373075"/>
          </a:xfrm>
          <a:prstGeom prst="rect">
            <a:avLst/>
          </a:prstGeom>
        </p:spPr>
        <p:txBody>
          <a:bodyPr lIns="0" tIns="0" rIns="0" bIns="0" anchor="b" anchorCtr="0">
            <a:spAutoFit/>
          </a:bodyPr>
          <a:lstStyle/>
          <a:p>
            <a:pPr marL="0" marR="0" lvl="0" indent="0" algn="l" defTabSz="1018824" rtl="0" eaLnBrk="0" fontAlgn="base" latinLnBrk="0" hangingPunct="0">
              <a:lnSpc>
                <a:spcPct val="90000"/>
              </a:lnSpc>
              <a:spcBef>
                <a:spcPct val="0"/>
              </a:spcBef>
              <a:spcAft>
                <a:spcPct val="0"/>
              </a:spcAft>
              <a:buClrTx/>
              <a:buSzTx/>
              <a:buFontTx/>
              <a:buNone/>
              <a:tabLst/>
              <a:defRPr/>
            </a:pPr>
            <a:r>
              <a:rPr lang="en-US"/>
              <a:t>Click to edit Master title style</a:t>
            </a:r>
            <a:endParaRPr lang="en-US" dirty="0"/>
          </a:p>
        </p:txBody>
      </p:sp>
    </p:spTree>
    <p:extLst>
      <p:ext uri="{BB962C8B-B14F-4D97-AF65-F5344CB8AC3E}">
        <p14:creationId xmlns:p14="http://schemas.microsoft.com/office/powerpoint/2010/main" val="271962249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 Column">
    <p:spTree>
      <p:nvGrpSpPr>
        <p:cNvPr id="1" name=""/>
        <p:cNvGrpSpPr/>
        <p:nvPr/>
      </p:nvGrpSpPr>
      <p:grpSpPr>
        <a:xfrm>
          <a:off x="0" y="0"/>
          <a:ext cx="0" cy="0"/>
          <a:chOff x="0" y="0"/>
          <a:chExt cx="0" cy="0"/>
        </a:xfrm>
      </p:grpSpPr>
      <p:sp>
        <p:nvSpPr>
          <p:cNvPr id="10" name="Content Placeholder 20"/>
          <p:cNvSpPr>
            <a:spLocks noGrp="1"/>
          </p:cNvSpPr>
          <p:nvPr>
            <p:ph sz="quarter" idx="12"/>
          </p:nvPr>
        </p:nvSpPr>
        <p:spPr bwMode="gray">
          <a:xfrm>
            <a:off x="452627" y="1585570"/>
            <a:ext cx="9163202" cy="5539130"/>
          </a:xfrm>
          <a:prstGeom prst="rect">
            <a:avLst/>
          </a:prstGeom>
        </p:spPr>
        <p:txBody>
          <a:bodyPr vert="horz" lIns="0" tIns="0" rIns="0" bIns="0" rtlCol="0">
            <a:noAutofit/>
          </a:bodyPr>
          <a:lstStyle>
            <a:lvl1pPr marL="0" marR="0" indent="0" algn="l" defTabSz="1018824" rtl="0" eaLnBrk="1" fontAlgn="base" latinLnBrk="0" hangingPunct="1">
              <a:lnSpc>
                <a:spcPct val="100000"/>
              </a:lnSpc>
              <a:spcBef>
                <a:spcPts val="2451"/>
              </a:spcBef>
              <a:spcAft>
                <a:spcPct val="0"/>
              </a:spcAft>
              <a:buClrTx/>
              <a:buSzTx/>
              <a:buFont typeface="Arial" pitchFamily="34" charset="0"/>
              <a:buNone/>
              <a:tabLst/>
              <a:defRPr kumimoji="0" lang="en-US" sz="2000" b="0" i="0" u="none" strike="noStrike" kern="1200" cap="none" normalizeH="0" baseline="0" dirty="0" smtClean="0">
                <a:ln>
                  <a:noFill/>
                </a:ln>
                <a:solidFill>
                  <a:schemeClr val="tx2"/>
                </a:solidFill>
                <a:effectLst/>
                <a:latin typeface="+mn-lt"/>
                <a:ea typeface="+mn-ea"/>
                <a:cs typeface="Arial" pitchFamily="34" charset="0"/>
              </a:defRPr>
            </a:lvl1pPr>
            <a:lvl2pPr marL="194567" marR="0" indent="-192799" algn="l" defTabSz="1018824" rtl="0" eaLnBrk="1" fontAlgn="base" latinLnBrk="0" hangingPunct="1">
              <a:lnSpc>
                <a:spcPct val="100000"/>
              </a:lnSpc>
              <a:spcAft>
                <a:spcPct val="0"/>
              </a:spcAft>
              <a:buFont typeface="Arial" pitchFamily="34" charset="0"/>
              <a:tabLst/>
              <a:defRPr kumimoji="0" lang="en-US" sz="2000" b="0" i="0" u="none" strike="noStrike" kern="1200" cap="none" normalizeH="0" baseline="0" dirty="0" smtClean="0">
                <a:ln>
                  <a:noFill/>
                </a:ln>
                <a:solidFill>
                  <a:schemeClr val="tx2"/>
                </a:solidFill>
                <a:effectLst/>
                <a:latin typeface="+mn-lt"/>
                <a:ea typeface="+mn-ea"/>
                <a:cs typeface="Arial" pitchFamily="34" charset="0"/>
              </a:defRPr>
            </a:lvl2pPr>
            <a:lvl3pPr marR="0" algn="l" defTabSz="1018824" rtl="0" eaLnBrk="1" fontAlgn="base" latinLnBrk="0" hangingPunct="1">
              <a:lnSpc>
                <a:spcPct val="100000"/>
              </a:lnSpc>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Arial" pitchFamily="34" charset="0"/>
                <a:ea typeface="+mn-ea"/>
                <a:cs typeface="Arial" pitchFamily="34" charset="0"/>
              </a:defRPr>
            </a:lvl3pPr>
            <a:lvl4pPr marR="0" algn="l" defTabSz="1018824" rtl="0" eaLnBrk="1" fontAlgn="base" latinLnBrk="0" hangingPunct="1">
              <a:lnSpc>
                <a:spcPct val="100000"/>
              </a:lnSpc>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4pPr>
            <a:lvl5pPr marR="0" algn="l" defTabSz="1018824" rtl="0" eaLnBrk="1" fontAlgn="base" latinLnBrk="0" hangingPunct="1">
              <a:lnSpc>
                <a:spcPct val="100000"/>
              </a:lnSpc>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5pPr>
            <a:lvl6pPr marR="0" algn="l" defTabSz="1018824" rtl="0" eaLnBrk="1" fontAlgn="base" latinLnBrk="0" hangingPunct="1">
              <a:lnSpc>
                <a:spcPct val="100000"/>
              </a:lnSpc>
              <a:spcAft>
                <a:spcPct val="0"/>
              </a:spcAft>
              <a:buFont typeface="Arial" pitchFamily="34" charset="0"/>
              <a:tabLst/>
              <a:defRPr kumimoji="0" lang="en-US" sz="2000" b="0" i="0" u="none" strike="noStrike" kern="1200" cap="none" normalizeH="0" baseline="0" dirty="0" smtClean="0">
                <a:ln>
                  <a:noFill/>
                </a:ln>
                <a:solidFill>
                  <a:schemeClr val="tx2"/>
                </a:solidFill>
                <a:effectLst/>
                <a:latin typeface="+mn-lt"/>
                <a:ea typeface="+mn-ea"/>
                <a:cs typeface="Arial" pitchFamily="34" charset="0"/>
              </a:defRPr>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18"/>
          <p:cNvSpPr>
            <a:spLocks noGrp="1"/>
          </p:cNvSpPr>
          <p:nvPr>
            <p:ph type="body" sz="quarter" idx="13"/>
          </p:nvPr>
        </p:nvSpPr>
        <p:spPr bwMode="gray">
          <a:xfrm>
            <a:off x="455772" y="883392"/>
            <a:ext cx="9163202" cy="348814"/>
          </a:xfrm>
          <a:prstGeom prst="rect">
            <a:avLst/>
          </a:prstGeom>
          <a:noFill/>
          <a:ln w="9525" algn="ctr">
            <a:noFill/>
            <a:miter lim="800000"/>
            <a:headEnd/>
            <a:tailEnd/>
          </a:ln>
          <a:effectLst/>
        </p:spPr>
        <p:txBody>
          <a:bodyPr vert="horz" wrap="square" lIns="0" tIns="0" rIns="0" bIns="0" numCol="1" anchor="t" anchorCtr="0" compatLnSpc="1">
            <a:prstTxWarp prst="textNoShape">
              <a:avLst/>
            </a:prstTxWarp>
            <a:spAutoFit/>
          </a:bodyPr>
          <a:lstStyle>
            <a:lvl1pPr>
              <a:defRPr kumimoji="0" lang="en-US" sz="2200" b="0" i="0" u="none" strike="noStrike" kern="1200" cap="none" spc="0" normalizeH="0" baseline="0" noProof="0" dirty="0" smtClean="0">
                <a:ln>
                  <a:noFill/>
                </a:ln>
                <a:solidFill>
                  <a:schemeClr val="tx2"/>
                </a:solidFill>
                <a:effectLst/>
                <a:uLnTx/>
                <a:uFillTx/>
                <a:latin typeface="+mj-lt"/>
                <a:ea typeface="+mn-ea"/>
                <a:cs typeface="Arial" pitchFamily="34" charset="0"/>
              </a:defRPr>
            </a:lvl1pPr>
          </a:lstStyle>
          <a:p>
            <a:pPr marL="0" marR="0" lvl="0" indent="0" algn="l" defTabSz="1018824" rtl="0" eaLnBrk="1" fontAlgn="base" latinLnBrk="0" hangingPunct="1">
              <a:lnSpc>
                <a:spcPct val="100000"/>
              </a:lnSpc>
              <a:spcBef>
                <a:spcPct val="0"/>
              </a:spcBef>
              <a:spcAft>
                <a:spcPct val="0"/>
              </a:spcAft>
              <a:buClrTx/>
              <a:buSzTx/>
              <a:buFontTx/>
              <a:buNone/>
              <a:tabLst/>
              <a:defRPr/>
            </a:pPr>
            <a:r>
              <a:rPr lang="en-US"/>
              <a:t>Click to edit Master text styles</a:t>
            </a:r>
          </a:p>
        </p:txBody>
      </p:sp>
      <p:sp>
        <p:nvSpPr>
          <p:cNvPr id="5" name="Title Placeholder 10"/>
          <p:cNvSpPr>
            <a:spLocks noGrp="1"/>
          </p:cNvSpPr>
          <p:nvPr>
            <p:ph type="title"/>
          </p:nvPr>
        </p:nvSpPr>
        <p:spPr bwMode="gray">
          <a:xfrm>
            <a:off x="455772" y="510316"/>
            <a:ext cx="9163202" cy="373075"/>
          </a:xfrm>
          <a:prstGeom prst="rect">
            <a:avLst/>
          </a:prstGeom>
        </p:spPr>
        <p:txBody>
          <a:bodyPr lIns="0" tIns="0" rIns="0" bIns="0" anchor="b" anchorCtr="0">
            <a:spAutoFit/>
          </a:bodyPr>
          <a:lstStyle/>
          <a:p>
            <a:pPr marL="0" marR="0" lvl="0" indent="0" algn="l" defTabSz="1018824" rtl="0" eaLnBrk="0" fontAlgn="base" latinLnBrk="0" hangingPunct="0">
              <a:lnSpc>
                <a:spcPct val="90000"/>
              </a:lnSpc>
              <a:spcBef>
                <a:spcPct val="0"/>
              </a:spcBef>
              <a:spcAft>
                <a:spcPct val="0"/>
              </a:spcAft>
              <a:buClrTx/>
              <a:buSzTx/>
              <a:buFontTx/>
              <a:buNone/>
              <a:tabLst/>
              <a:defRPr/>
            </a:pPr>
            <a:r>
              <a:rPr lang="en-US"/>
              <a:t>Click to edit Master title style</a:t>
            </a:r>
            <a:endParaRPr lang="en-US" dirty="0"/>
          </a:p>
        </p:txBody>
      </p:sp>
    </p:spTree>
    <p:extLst>
      <p:ext uri="{BB962C8B-B14F-4D97-AF65-F5344CB8AC3E}">
        <p14:creationId xmlns:p14="http://schemas.microsoft.com/office/powerpoint/2010/main" val="201293373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 Column">
    <p:spTree>
      <p:nvGrpSpPr>
        <p:cNvPr id="1" name=""/>
        <p:cNvGrpSpPr/>
        <p:nvPr/>
      </p:nvGrpSpPr>
      <p:grpSpPr>
        <a:xfrm>
          <a:off x="0" y="0"/>
          <a:ext cx="0" cy="0"/>
          <a:chOff x="0" y="0"/>
          <a:chExt cx="0" cy="0"/>
        </a:xfrm>
      </p:grpSpPr>
      <p:sp>
        <p:nvSpPr>
          <p:cNvPr id="21" name="Content Placeholder 20"/>
          <p:cNvSpPr>
            <a:spLocks noGrp="1"/>
          </p:cNvSpPr>
          <p:nvPr>
            <p:ph sz="quarter" idx="11"/>
          </p:nvPr>
        </p:nvSpPr>
        <p:spPr bwMode="gray">
          <a:xfrm>
            <a:off x="452627" y="1585567"/>
            <a:ext cx="4399071" cy="5539134"/>
          </a:xfrm>
          <a:prstGeom prst="rect">
            <a:avLst/>
          </a:prstGeom>
          <a:noFill/>
          <a:ln w="9525" algn="ctr">
            <a:noFill/>
            <a:miter lim="800000"/>
            <a:headEnd/>
            <a:tailEnd/>
          </a:ln>
          <a:effectLst/>
        </p:spPr>
        <p:txBody>
          <a:bodyPr vert="horz" wrap="square" lIns="0" tIns="0" rIns="0" bIns="0" numCol="1" anchor="t" anchorCtr="0" compatLnSpc="1">
            <a:prstTxWarp prst="textNoShape">
              <a:avLst/>
            </a:prstTxWarp>
            <a:noAutofit/>
          </a:bodyPr>
          <a:lstStyle>
            <a:lvl1pPr marR="0" algn="l" defTabSz="1018824" rtl="0" eaLnBrk="1" fontAlgn="base" latinLnBrk="0" hangingPunct="1">
              <a:lnSpc>
                <a:spcPct val="100000"/>
              </a:lnSpc>
              <a:spcAft>
                <a:spcPct val="0"/>
              </a:spcAft>
              <a:buFont typeface="Arial" pitchFamily="34" charset="0"/>
              <a:tabLst/>
              <a:defRPr kumimoji="0" lang="en-US" sz="2000" b="0" i="0" u="none" strike="noStrike" kern="1200" cap="none" normalizeH="0" baseline="0" dirty="0" smtClean="0">
                <a:ln>
                  <a:noFill/>
                </a:ln>
                <a:solidFill>
                  <a:schemeClr val="tx2"/>
                </a:solidFill>
                <a:effectLst/>
                <a:latin typeface="+mn-lt"/>
                <a:ea typeface="+mn-ea"/>
                <a:cs typeface="Arial" pitchFamily="34" charset="0"/>
              </a:defRPr>
            </a:lvl1pPr>
            <a:lvl2pPr marR="0" algn="l" defTabSz="1018824" rtl="0" eaLnBrk="1" fontAlgn="base" latinLnBrk="0" hangingPunct="1">
              <a:lnSpc>
                <a:spcPct val="100000"/>
              </a:lnSpc>
              <a:spcAft>
                <a:spcPct val="0"/>
              </a:spcAft>
              <a:buFont typeface="Arial" pitchFamily="34" charset="0"/>
              <a:tabLst/>
              <a:defRPr kumimoji="0" lang="en-US" sz="2000" b="0" i="0" u="none" strike="noStrike" kern="1200" cap="none" normalizeH="0" baseline="0" dirty="0" smtClean="0">
                <a:ln>
                  <a:noFill/>
                </a:ln>
                <a:solidFill>
                  <a:schemeClr val="tx2"/>
                </a:solidFill>
                <a:effectLst/>
                <a:latin typeface="+mn-lt"/>
                <a:ea typeface="+mn-ea"/>
                <a:cs typeface="Arial" pitchFamily="34" charset="0"/>
              </a:defRPr>
            </a:lvl2pPr>
            <a:lvl3pPr marR="0" algn="l" defTabSz="1018824" rtl="0" eaLnBrk="1" fontAlgn="base" latinLnBrk="0" hangingPunct="1">
              <a:lnSpc>
                <a:spcPct val="100000"/>
              </a:lnSpc>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3pPr>
            <a:lvl4pPr marR="0" algn="l" defTabSz="1018824" rtl="0" eaLnBrk="1" fontAlgn="base" latinLnBrk="0" hangingPunct="1">
              <a:lnSpc>
                <a:spcPct val="100000"/>
              </a:lnSpc>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4pPr>
            <a:lvl5pPr marR="0" algn="l" defTabSz="1018824" rtl="0" eaLnBrk="1" fontAlgn="base" latinLnBrk="0" hangingPunct="1">
              <a:lnSpc>
                <a:spcPct val="100000"/>
              </a:lnSpc>
              <a:spcAft>
                <a:spcPct val="0"/>
              </a:spcAft>
              <a:buFont typeface="Arial" pitchFamily="34" charset="0"/>
              <a:tabLst/>
              <a:defRPr kumimoji="0" lang="en-US" sz="1800" b="0" i="0" u="none" strike="noStrike" kern="1200" cap="none" normalizeH="0" baseline="0" dirty="0">
                <a:ln>
                  <a:noFill/>
                </a:ln>
                <a:solidFill>
                  <a:schemeClr val="tx2"/>
                </a:solidFill>
                <a:effectLst/>
                <a:latin typeface="+mn-lt"/>
                <a:ea typeface="+mn-ea"/>
                <a:cs typeface="Arial" pitchFamily="34" charset="0"/>
              </a:defRPr>
            </a:lvl5pPr>
            <a:lvl6pPr>
              <a:tabLst>
                <a:tab pos="4333542" algn="r"/>
              </a:tabLst>
              <a:defRPr/>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18"/>
          <p:cNvSpPr>
            <a:spLocks noGrp="1"/>
          </p:cNvSpPr>
          <p:nvPr>
            <p:ph type="body" sz="quarter" idx="13"/>
          </p:nvPr>
        </p:nvSpPr>
        <p:spPr bwMode="gray">
          <a:xfrm>
            <a:off x="455772" y="883392"/>
            <a:ext cx="9163202" cy="348814"/>
          </a:xfrm>
          <a:prstGeom prst="rect">
            <a:avLst/>
          </a:prstGeom>
          <a:noFill/>
          <a:ln w="9525" algn="ctr">
            <a:noFill/>
            <a:miter lim="800000"/>
            <a:headEnd/>
            <a:tailEnd/>
          </a:ln>
          <a:effectLst/>
        </p:spPr>
        <p:txBody>
          <a:bodyPr vert="horz" wrap="square" lIns="0" tIns="0" rIns="0" bIns="0" numCol="1" anchor="t" anchorCtr="0" compatLnSpc="1">
            <a:prstTxWarp prst="textNoShape">
              <a:avLst/>
            </a:prstTxWarp>
            <a:spAutoFit/>
          </a:bodyPr>
          <a:lstStyle>
            <a:lvl1pPr>
              <a:defRPr kumimoji="0" lang="en-US" sz="2200" b="0" i="0" u="none" strike="noStrike" kern="1200" cap="none" spc="0" normalizeH="0" baseline="0" noProof="0" dirty="0" smtClean="0">
                <a:ln>
                  <a:noFill/>
                </a:ln>
                <a:solidFill>
                  <a:schemeClr val="tx2"/>
                </a:solidFill>
                <a:effectLst/>
                <a:uLnTx/>
                <a:uFillTx/>
                <a:latin typeface="+mj-lt"/>
                <a:ea typeface="+mn-ea"/>
                <a:cs typeface="Arial" pitchFamily="34" charset="0"/>
              </a:defRPr>
            </a:lvl1pPr>
          </a:lstStyle>
          <a:p>
            <a:pPr marL="0" marR="0" lvl="0" indent="0" algn="l" defTabSz="1018824" rtl="0" eaLnBrk="1" fontAlgn="base" latinLnBrk="0" hangingPunct="1">
              <a:lnSpc>
                <a:spcPct val="100000"/>
              </a:lnSpc>
              <a:spcBef>
                <a:spcPct val="0"/>
              </a:spcBef>
              <a:spcAft>
                <a:spcPct val="0"/>
              </a:spcAft>
              <a:buClrTx/>
              <a:buSzTx/>
              <a:buFontTx/>
              <a:buNone/>
              <a:tabLst/>
              <a:defRPr/>
            </a:pPr>
            <a:r>
              <a:rPr lang="en-US"/>
              <a:t>Click to edit Master text styles</a:t>
            </a:r>
          </a:p>
        </p:txBody>
      </p:sp>
      <p:sp>
        <p:nvSpPr>
          <p:cNvPr id="6" name="Title Placeholder 10"/>
          <p:cNvSpPr>
            <a:spLocks noGrp="1"/>
          </p:cNvSpPr>
          <p:nvPr>
            <p:ph type="title"/>
          </p:nvPr>
        </p:nvSpPr>
        <p:spPr bwMode="gray">
          <a:xfrm>
            <a:off x="455772" y="510316"/>
            <a:ext cx="9163202" cy="373075"/>
          </a:xfrm>
          <a:prstGeom prst="rect">
            <a:avLst/>
          </a:prstGeom>
        </p:spPr>
        <p:txBody>
          <a:bodyPr lIns="0" tIns="0" rIns="0" bIns="0" anchor="b" anchorCtr="0">
            <a:spAutoFit/>
          </a:bodyPr>
          <a:lstStyle/>
          <a:p>
            <a:pPr marL="0" marR="0" lvl="0" indent="0" algn="l" defTabSz="1018824" rtl="0" eaLnBrk="0" fontAlgn="base" latinLnBrk="0" hangingPunct="0">
              <a:lnSpc>
                <a:spcPct val="90000"/>
              </a:lnSpc>
              <a:spcBef>
                <a:spcPct val="0"/>
              </a:spcBef>
              <a:spcAft>
                <a:spcPct val="0"/>
              </a:spcAft>
              <a:buClrTx/>
              <a:buSzTx/>
              <a:buFontTx/>
              <a:buNone/>
              <a:tabLst/>
              <a:defRPr/>
            </a:pPr>
            <a:r>
              <a:rPr lang="en-US"/>
              <a:t>Click to edit Master title style</a:t>
            </a:r>
            <a:endParaRPr lang="en-US" dirty="0"/>
          </a:p>
        </p:txBody>
      </p:sp>
      <p:sp>
        <p:nvSpPr>
          <p:cNvPr id="7" name="Content Placeholder 20"/>
          <p:cNvSpPr>
            <a:spLocks noGrp="1"/>
          </p:cNvSpPr>
          <p:nvPr>
            <p:ph sz="quarter" idx="14"/>
          </p:nvPr>
        </p:nvSpPr>
        <p:spPr bwMode="gray">
          <a:xfrm>
            <a:off x="5196840" y="1585567"/>
            <a:ext cx="4399071" cy="5539134"/>
          </a:xfrm>
          <a:prstGeom prst="rect">
            <a:avLst/>
          </a:prstGeom>
          <a:noFill/>
          <a:ln w="9525" algn="ctr">
            <a:noFill/>
            <a:miter lim="800000"/>
            <a:headEnd/>
            <a:tailEnd/>
          </a:ln>
          <a:effectLst/>
        </p:spPr>
        <p:txBody>
          <a:bodyPr vert="horz" wrap="square" lIns="0" tIns="0" rIns="0" bIns="0" numCol="1" anchor="t" anchorCtr="0" compatLnSpc="1">
            <a:prstTxWarp prst="textNoShape">
              <a:avLst/>
            </a:prstTxWarp>
            <a:noAutofit/>
          </a:bodyPr>
          <a:lstStyle>
            <a:lvl1pPr marR="0" algn="l" defTabSz="1018824" rtl="0" eaLnBrk="1" fontAlgn="base" latinLnBrk="0" hangingPunct="1">
              <a:lnSpc>
                <a:spcPct val="100000"/>
              </a:lnSpc>
              <a:spcAft>
                <a:spcPct val="0"/>
              </a:spcAft>
              <a:buFont typeface="Arial" pitchFamily="34" charset="0"/>
              <a:tabLst/>
              <a:defRPr kumimoji="0" lang="en-US" sz="2000" b="0" i="0" u="none" strike="noStrike" kern="1200" cap="none" normalizeH="0" baseline="0" dirty="0" smtClean="0">
                <a:ln>
                  <a:noFill/>
                </a:ln>
                <a:solidFill>
                  <a:schemeClr val="tx2"/>
                </a:solidFill>
                <a:effectLst/>
                <a:latin typeface="+mn-lt"/>
                <a:ea typeface="+mn-ea"/>
                <a:cs typeface="Arial" pitchFamily="34" charset="0"/>
              </a:defRPr>
            </a:lvl1pPr>
            <a:lvl2pPr marR="0" algn="l" defTabSz="1018824" rtl="0" eaLnBrk="1" fontAlgn="base" latinLnBrk="0" hangingPunct="1">
              <a:lnSpc>
                <a:spcPct val="100000"/>
              </a:lnSpc>
              <a:spcAft>
                <a:spcPct val="0"/>
              </a:spcAft>
              <a:buFont typeface="Arial" pitchFamily="34" charset="0"/>
              <a:tabLst/>
              <a:defRPr kumimoji="0" lang="en-US" sz="2000" b="0" i="0" u="none" strike="noStrike" kern="1200" cap="none" normalizeH="0" baseline="0" dirty="0" smtClean="0">
                <a:ln>
                  <a:noFill/>
                </a:ln>
                <a:solidFill>
                  <a:schemeClr val="tx2"/>
                </a:solidFill>
                <a:effectLst/>
                <a:latin typeface="+mn-lt"/>
                <a:ea typeface="+mn-ea"/>
                <a:cs typeface="Arial" pitchFamily="34" charset="0"/>
              </a:defRPr>
            </a:lvl2pPr>
            <a:lvl3pPr marR="0" algn="l" defTabSz="1018824" rtl="0" eaLnBrk="1" fontAlgn="base" latinLnBrk="0" hangingPunct="1">
              <a:lnSpc>
                <a:spcPct val="100000"/>
              </a:lnSpc>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3pPr>
            <a:lvl4pPr marR="0" algn="l" defTabSz="1018824" rtl="0" eaLnBrk="1" fontAlgn="base" latinLnBrk="0" hangingPunct="1">
              <a:lnSpc>
                <a:spcPct val="100000"/>
              </a:lnSpc>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4pPr>
            <a:lvl5pPr marR="0" algn="l" defTabSz="1018824" rtl="0" eaLnBrk="1" fontAlgn="base" latinLnBrk="0" hangingPunct="1">
              <a:lnSpc>
                <a:spcPct val="100000"/>
              </a:lnSpc>
              <a:spcAft>
                <a:spcPct val="0"/>
              </a:spcAft>
              <a:buFont typeface="Arial" pitchFamily="34" charset="0"/>
              <a:tabLst/>
              <a:defRPr kumimoji="0" lang="en-US" sz="1800" b="0" i="0" u="none" strike="noStrike" kern="1200" cap="none" normalizeH="0" baseline="0" dirty="0">
                <a:ln>
                  <a:noFill/>
                </a:ln>
                <a:solidFill>
                  <a:schemeClr val="tx2"/>
                </a:solidFill>
                <a:effectLst/>
                <a:latin typeface="+mn-lt"/>
                <a:ea typeface="+mn-ea"/>
                <a:cs typeface="Arial" pitchFamily="34" charset="0"/>
              </a:defRPr>
            </a:lvl5pPr>
            <a:lvl6pPr>
              <a:tabLst>
                <a:tab pos="4333542" algn="r"/>
              </a:tabLst>
              <a:defRPr/>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90575541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3 Column">
    <p:spTree>
      <p:nvGrpSpPr>
        <p:cNvPr id="1" name=""/>
        <p:cNvGrpSpPr/>
        <p:nvPr/>
      </p:nvGrpSpPr>
      <p:grpSpPr>
        <a:xfrm>
          <a:off x="0" y="0"/>
          <a:ext cx="0" cy="0"/>
          <a:chOff x="0" y="0"/>
          <a:chExt cx="0" cy="0"/>
        </a:xfrm>
      </p:grpSpPr>
      <p:sp>
        <p:nvSpPr>
          <p:cNvPr id="12" name="Text Placeholder 18"/>
          <p:cNvSpPr>
            <a:spLocks noGrp="1"/>
          </p:cNvSpPr>
          <p:nvPr>
            <p:ph type="body" sz="quarter" idx="13"/>
          </p:nvPr>
        </p:nvSpPr>
        <p:spPr bwMode="gray">
          <a:xfrm>
            <a:off x="455772" y="883392"/>
            <a:ext cx="9163202" cy="348814"/>
          </a:xfrm>
          <a:prstGeom prst="rect">
            <a:avLst/>
          </a:prstGeom>
          <a:noFill/>
          <a:ln w="9525" algn="ctr">
            <a:noFill/>
            <a:miter lim="800000"/>
            <a:headEnd/>
            <a:tailEnd/>
          </a:ln>
          <a:effectLst/>
        </p:spPr>
        <p:txBody>
          <a:bodyPr vert="horz" wrap="square" lIns="0" tIns="0" rIns="0" bIns="0" numCol="1" anchor="t" anchorCtr="0" compatLnSpc="1">
            <a:prstTxWarp prst="textNoShape">
              <a:avLst/>
            </a:prstTxWarp>
            <a:spAutoFit/>
          </a:bodyPr>
          <a:lstStyle>
            <a:lvl1pPr>
              <a:defRPr kumimoji="0" lang="en-US" sz="2200" b="0" i="0" u="none" strike="noStrike" kern="1200" cap="none" spc="0" normalizeH="0" baseline="0" noProof="0" dirty="0" smtClean="0">
                <a:ln>
                  <a:noFill/>
                </a:ln>
                <a:solidFill>
                  <a:schemeClr val="tx2"/>
                </a:solidFill>
                <a:effectLst/>
                <a:uLnTx/>
                <a:uFillTx/>
                <a:latin typeface="+mj-lt"/>
                <a:ea typeface="+mn-ea"/>
                <a:cs typeface="Arial" pitchFamily="34" charset="0"/>
              </a:defRPr>
            </a:lvl1pPr>
          </a:lstStyle>
          <a:p>
            <a:pPr marL="0" marR="0" lvl="0" indent="0" algn="l" defTabSz="1018824" rtl="0" eaLnBrk="1" fontAlgn="base" latinLnBrk="0" hangingPunct="1">
              <a:lnSpc>
                <a:spcPct val="100000"/>
              </a:lnSpc>
              <a:spcBef>
                <a:spcPct val="0"/>
              </a:spcBef>
              <a:spcAft>
                <a:spcPct val="0"/>
              </a:spcAft>
              <a:buClrTx/>
              <a:buSzTx/>
              <a:buFontTx/>
              <a:buNone/>
              <a:tabLst/>
              <a:defRPr/>
            </a:pPr>
            <a:r>
              <a:rPr lang="en-US"/>
              <a:t>Click to edit Master text styles</a:t>
            </a:r>
          </a:p>
        </p:txBody>
      </p:sp>
      <p:sp>
        <p:nvSpPr>
          <p:cNvPr id="7" name="Title Placeholder 10"/>
          <p:cNvSpPr>
            <a:spLocks noGrp="1"/>
          </p:cNvSpPr>
          <p:nvPr>
            <p:ph type="title"/>
          </p:nvPr>
        </p:nvSpPr>
        <p:spPr bwMode="gray">
          <a:xfrm>
            <a:off x="455772" y="510316"/>
            <a:ext cx="9163202" cy="373075"/>
          </a:xfrm>
          <a:prstGeom prst="rect">
            <a:avLst/>
          </a:prstGeom>
        </p:spPr>
        <p:txBody>
          <a:bodyPr lIns="0" tIns="0" rIns="0" bIns="0" anchor="b" anchorCtr="0">
            <a:spAutoFit/>
          </a:bodyPr>
          <a:lstStyle>
            <a:lvl1pPr>
              <a:defRPr>
                <a:latin typeface="+mj-lt"/>
              </a:defRPr>
            </a:lvl1pPr>
          </a:lstStyle>
          <a:p>
            <a:pPr marL="0" marR="0" lvl="0" indent="0" algn="l" defTabSz="1018824" rtl="0" eaLnBrk="0" fontAlgn="base" latinLnBrk="0" hangingPunct="0">
              <a:lnSpc>
                <a:spcPct val="90000"/>
              </a:lnSpc>
              <a:spcBef>
                <a:spcPct val="0"/>
              </a:spcBef>
              <a:spcAft>
                <a:spcPct val="0"/>
              </a:spcAft>
              <a:buClrTx/>
              <a:buSzTx/>
              <a:buFontTx/>
              <a:buNone/>
              <a:tabLst/>
              <a:defRPr/>
            </a:pPr>
            <a:r>
              <a:rPr lang="en-US"/>
              <a:t>Click to edit Master title style</a:t>
            </a:r>
            <a:endParaRPr lang="en-US" dirty="0"/>
          </a:p>
        </p:txBody>
      </p:sp>
      <p:sp>
        <p:nvSpPr>
          <p:cNvPr id="8" name="Content Placeholder 20"/>
          <p:cNvSpPr>
            <a:spLocks noGrp="1"/>
          </p:cNvSpPr>
          <p:nvPr>
            <p:ph sz="quarter" idx="11"/>
          </p:nvPr>
        </p:nvSpPr>
        <p:spPr bwMode="gray">
          <a:xfrm>
            <a:off x="452628" y="1585567"/>
            <a:ext cx="2916936" cy="5539134"/>
          </a:xfrm>
          <a:prstGeom prst="rect">
            <a:avLst/>
          </a:prstGeom>
          <a:noFill/>
          <a:ln w="9525" algn="ctr">
            <a:noFill/>
            <a:miter lim="800000"/>
            <a:headEnd/>
            <a:tailEnd/>
          </a:ln>
          <a:effectLst/>
        </p:spPr>
        <p:txBody>
          <a:bodyPr vert="horz" wrap="square" lIns="0" tIns="0" rIns="0" bIns="0" numCol="1" anchor="t" anchorCtr="0" compatLnSpc="1">
            <a:prstTxWarp prst="textNoShape">
              <a:avLst/>
            </a:prstTxWarp>
            <a:noAutofit/>
          </a:bodyPr>
          <a:lstStyle>
            <a:lvl1pPr marR="0" algn="l" defTabSz="1018824" rtl="0" eaLnBrk="1" fontAlgn="base" latinLnBrk="0" hangingPunct="1">
              <a:lnSpc>
                <a:spcPct val="100000"/>
              </a:lnSpc>
              <a:spcAft>
                <a:spcPct val="0"/>
              </a:spcAft>
              <a:buFont typeface="Arial" pitchFamily="34" charset="0"/>
              <a:tabLst/>
              <a:defRPr kumimoji="0" lang="en-US" sz="2000" b="0" i="0" u="none" strike="noStrike" kern="1200" cap="none" normalizeH="0" baseline="0" dirty="0" smtClean="0">
                <a:ln>
                  <a:noFill/>
                </a:ln>
                <a:solidFill>
                  <a:schemeClr val="tx2"/>
                </a:solidFill>
                <a:effectLst/>
                <a:latin typeface="+mn-lt"/>
                <a:ea typeface="+mn-ea"/>
                <a:cs typeface="Arial" pitchFamily="34" charset="0"/>
              </a:defRPr>
            </a:lvl1pPr>
            <a:lvl2pPr marR="0" algn="l" defTabSz="1018824" rtl="0" eaLnBrk="1" fontAlgn="base" latinLnBrk="0" hangingPunct="1">
              <a:lnSpc>
                <a:spcPct val="100000"/>
              </a:lnSpc>
              <a:spcAft>
                <a:spcPct val="0"/>
              </a:spcAft>
              <a:buFont typeface="Arial" pitchFamily="34" charset="0"/>
              <a:tabLst/>
              <a:defRPr kumimoji="0" lang="en-US" sz="2000" b="0" i="0" u="none" strike="noStrike" kern="1200" cap="none" normalizeH="0" baseline="0" dirty="0" smtClean="0">
                <a:ln>
                  <a:noFill/>
                </a:ln>
                <a:solidFill>
                  <a:schemeClr val="tx2"/>
                </a:solidFill>
                <a:effectLst/>
                <a:latin typeface="+mn-lt"/>
                <a:ea typeface="+mn-ea"/>
                <a:cs typeface="Arial" pitchFamily="34" charset="0"/>
              </a:defRPr>
            </a:lvl2pPr>
            <a:lvl3pPr marR="0" algn="l" defTabSz="1018824" rtl="0" eaLnBrk="1" fontAlgn="base" latinLnBrk="0" hangingPunct="1">
              <a:lnSpc>
                <a:spcPct val="100000"/>
              </a:lnSpc>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3pPr>
            <a:lvl4pPr marR="0" algn="l" defTabSz="1018824" rtl="0" eaLnBrk="1" fontAlgn="base" latinLnBrk="0" hangingPunct="1">
              <a:lnSpc>
                <a:spcPct val="100000"/>
              </a:lnSpc>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4pPr>
            <a:lvl5pPr marR="0" algn="l" defTabSz="1018824" rtl="0" eaLnBrk="1" fontAlgn="base" latinLnBrk="0" hangingPunct="1">
              <a:lnSpc>
                <a:spcPct val="100000"/>
              </a:lnSpc>
              <a:spcAft>
                <a:spcPct val="0"/>
              </a:spcAft>
              <a:buFont typeface="Arial" pitchFamily="34" charset="0"/>
              <a:tabLst/>
              <a:defRPr kumimoji="0" lang="en-US" sz="1800" b="0" i="0" u="none" strike="noStrike" kern="1200" cap="none" normalizeH="0" baseline="0" dirty="0">
                <a:ln>
                  <a:noFill/>
                </a:ln>
                <a:solidFill>
                  <a:schemeClr val="tx2"/>
                </a:solidFill>
                <a:effectLst/>
                <a:latin typeface="+mn-lt"/>
                <a:ea typeface="+mn-ea"/>
                <a:cs typeface="Arial" pitchFamily="34" charset="0"/>
              </a:defRPr>
            </a:lvl5pPr>
            <a:lvl6pPr>
              <a:tabLst>
                <a:tab pos="4333542" algn="r"/>
              </a:tabLst>
              <a:defRPr/>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20"/>
          <p:cNvSpPr>
            <a:spLocks noGrp="1"/>
          </p:cNvSpPr>
          <p:nvPr>
            <p:ph sz="quarter" idx="14"/>
          </p:nvPr>
        </p:nvSpPr>
        <p:spPr bwMode="gray">
          <a:xfrm>
            <a:off x="3570186" y="1585567"/>
            <a:ext cx="2916936" cy="5539134"/>
          </a:xfrm>
          <a:prstGeom prst="rect">
            <a:avLst/>
          </a:prstGeom>
          <a:noFill/>
          <a:ln w="9525" algn="ctr">
            <a:noFill/>
            <a:miter lim="800000"/>
            <a:headEnd/>
            <a:tailEnd/>
          </a:ln>
          <a:effectLst/>
        </p:spPr>
        <p:txBody>
          <a:bodyPr vert="horz" wrap="square" lIns="0" tIns="0" rIns="0" bIns="0" numCol="1" anchor="t" anchorCtr="0" compatLnSpc="1">
            <a:prstTxWarp prst="textNoShape">
              <a:avLst/>
            </a:prstTxWarp>
            <a:noAutofit/>
          </a:bodyPr>
          <a:lstStyle>
            <a:lvl1pPr marR="0" algn="l" defTabSz="1018824" rtl="0" eaLnBrk="1" fontAlgn="base" latinLnBrk="0" hangingPunct="1">
              <a:lnSpc>
                <a:spcPct val="100000"/>
              </a:lnSpc>
              <a:spcAft>
                <a:spcPct val="0"/>
              </a:spcAft>
              <a:buFont typeface="Arial" pitchFamily="34" charset="0"/>
              <a:tabLst/>
              <a:defRPr kumimoji="0" lang="en-US" sz="2000" b="0" i="0" u="none" strike="noStrike" kern="1200" cap="none" normalizeH="0" baseline="0" dirty="0" smtClean="0">
                <a:ln>
                  <a:noFill/>
                </a:ln>
                <a:solidFill>
                  <a:schemeClr val="tx2"/>
                </a:solidFill>
                <a:effectLst/>
                <a:latin typeface="+mn-lt"/>
                <a:ea typeface="+mn-ea"/>
                <a:cs typeface="Arial" pitchFamily="34" charset="0"/>
              </a:defRPr>
            </a:lvl1pPr>
            <a:lvl2pPr marR="0" algn="l" defTabSz="1018824" rtl="0" eaLnBrk="1" fontAlgn="base" latinLnBrk="0" hangingPunct="1">
              <a:lnSpc>
                <a:spcPct val="100000"/>
              </a:lnSpc>
              <a:spcAft>
                <a:spcPct val="0"/>
              </a:spcAft>
              <a:buFont typeface="Arial" pitchFamily="34" charset="0"/>
              <a:tabLst/>
              <a:defRPr kumimoji="0" lang="en-US" sz="2000" b="0" i="0" u="none" strike="noStrike" kern="1200" cap="none" normalizeH="0" baseline="0" dirty="0" smtClean="0">
                <a:ln>
                  <a:noFill/>
                </a:ln>
                <a:solidFill>
                  <a:schemeClr val="tx2"/>
                </a:solidFill>
                <a:effectLst/>
                <a:latin typeface="+mn-lt"/>
                <a:ea typeface="+mn-ea"/>
                <a:cs typeface="Arial" pitchFamily="34" charset="0"/>
              </a:defRPr>
            </a:lvl2pPr>
            <a:lvl3pPr marR="0" algn="l" defTabSz="1018824" rtl="0" eaLnBrk="1" fontAlgn="base" latinLnBrk="0" hangingPunct="1">
              <a:lnSpc>
                <a:spcPct val="100000"/>
              </a:lnSpc>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3pPr>
            <a:lvl4pPr marR="0" algn="l" defTabSz="1018824" rtl="0" eaLnBrk="1" fontAlgn="base" latinLnBrk="0" hangingPunct="1">
              <a:lnSpc>
                <a:spcPct val="100000"/>
              </a:lnSpc>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4pPr>
            <a:lvl5pPr marR="0" algn="l" defTabSz="1018824" rtl="0" eaLnBrk="1" fontAlgn="base" latinLnBrk="0" hangingPunct="1">
              <a:lnSpc>
                <a:spcPct val="100000"/>
              </a:lnSpc>
              <a:spcAft>
                <a:spcPct val="0"/>
              </a:spcAft>
              <a:buFont typeface="Arial" pitchFamily="34" charset="0"/>
              <a:tabLst/>
              <a:defRPr kumimoji="0" lang="en-US" sz="1800" b="0" i="0" u="none" strike="noStrike" kern="1200" cap="none" normalizeH="0" baseline="0" dirty="0">
                <a:ln>
                  <a:noFill/>
                </a:ln>
                <a:solidFill>
                  <a:schemeClr val="tx2"/>
                </a:solidFill>
                <a:effectLst/>
                <a:latin typeface="+mn-lt"/>
                <a:ea typeface="+mn-ea"/>
                <a:cs typeface="Arial" pitchFamily="34" charset="0"/>
              </a:defRPr>
            </a:lvl5pPr>
            <a:lvl6pPr>
              <a:tabLst>
                <a:tab pos="4333542" algn="r"/>
              </a:tabLst>
              <a:defRPr/>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20"/>
          <p:cNvSpPr>
            <a:spLocks noGrp="1"/>
          </p:cNvSpPr>
          <p:nvPr>
            <p:ph sz="quarter" idx="15"/>
          </p:nvPr>
        </p:nvSpPr>
        <p:spPr bwMode="gray">
          <a:xfrm>
            <a:off x="6676130" y="1585567"/>
            <a:ext cx="2916936" cy="5539134"/>
          </a:xfrm>
          <a:prstGeom prst="rect">
            <a:avLst/>
          </a:prstGeom>
          <a:noFill/>
          <a:ln w="9525" algn="ctr">
            <a:noFill/>
            <a:miter lim="800000"/>
            <a:headEnd/>
            <a:tailEnd/>
          </a:ln>
          <a:effectLst/>
        </p:spPr>
        <p:txBody>
          <a:bodyPr vert="horz" wrap="square" lIns="0" tIns="0" rIns="0" bIns="0" numCol="1" anchor="t" anchorCtr="0" compatLnSpc="1">
            <a:prstTxWarp prst="textNoShape">
              <a:avLst/>
            </a:prstTxWarp>
            <a:noAutofit/>
          </a:bodyPr>
          <a:lstStyle>
            <a:lvl1pPr marR="0" algn="l" defTabSz="1018824" rtl="0" eaLnBrk="1" fontAlgn="base" latinLnBrk="0" hangingPunct="1">
              <a:lnSpc>
                <a:spcPct val="100000"/>
              </a:lnSpc>
              <a:spcAft>
                <a:spcPct val="0"/>
              </a:spcAft>
              <a:buFont typeface="Arial" pitchFamily="34" charset="0"/>
              <a:tabLst/>
              <a:defRPr kumimoji="0" lang="en-US" sz="2000" b="0" i="0" u="none" strike="noStrike" kern="1200" cap="none" normalizeH="0" baseline="0" dirty="0" smtClean="0">
                <a:ln>
                  <a:noFill/>
                </a:ln>
                <a:solidFill>
                  <a:schemeClr val="tx2"/>
                </a:solidFill>
                <a:effectLst/>
                <a:latin typeface="+mn-lt"/>
                <a:ea typeface="+mn-ea"/>
                <a:cs typeface="Arial" pitchFamily="34" charset="0"/>
              </a:defRPr>
            </a:lvl1pPr>
            <a:lvl2pPr marR="0" algn="l" defTabSz="1018824" rtl="0" eaLnBrk="1" fontAlgn="base" latinLnBrk="0" hangingPunct="1">
              <a:lnSpc>
                <a:spcPct val="100000"/>
              </a:lnSpc>
              <a:spcAft>
                <a:spcPct val="0"/>
              </a:spcAft>
              <a:buFont typeface="Arial" pitchFamily="34" charset="0"/>
              <a:tabLst/>
              <a:defRPr kumimoji="0" lang="en-US" sz="2000" b="0" i="0" u="none" strike="noStrike" kern="1200" cap="none" normalizeH="0" baseline="0" dirty="0" smtClean="0">
                <a:ln>
                  <a:noFill/>
                </a:ln>
                <a:solidFill>
                  <a:schemeClr val="tx2"/>
                </a:solidFill>
                <a:effectLst/>
                <a:latin typeface="+mn-lt"/>
                <a:ea typeface="+mn-ea"/>
                <a:cs typeface="Arial" pitchFamily="34" charset="0"/>
              </a:defRPr>
            </a:lvl2pPr>
            <a:lvl3pPr marR="0" algn="l" defTabSz="1018824" rtl="0" eaLnBrk="1" fontAlgn="base" latinLnBrk="0" hangingPunct="1">
              <a:lnSpc>
                <a:spcPct val="100000"/>
              </a:lnSpc>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3pPr>
            <a:lvl4pPr marR="0" algn="l" defTabSz="1018824" rtl="0" eaLnBrk="1" fontAlgn="base" latinLnBrk="0" hangingPunct="1">
              <a:lnSpc>
                <a:spcPct val="100000"/>
              </a:lnSpc>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4pPr>
            <a:lvl5pPr marR="0" algn="l" defTabSz="1018824" rtl="0" eaLnBrk="1" fontAlgn="base" latinLnBrk="0" hangingPunct="1">
              <a:lnSpc>
                <a:spcPct val="100000"/>
              </a:lnSpc>
              <a:spcAft>
                <a:spcPct val="0"/>
              </a:spcAft>
              <a:buFont typeface="Arial" pitchFamily="34" charset="0"/>
              <a:tabLst/>
              <a:defRPr kumimoji="0" lang="en-US" sz="1800" b="0" i="0" u="none" strike="noStrike" kern="1200" cap="none" normalizeH="0" baseline="0" dirty="0">
                <a:ln>
                  <a:noFill/>
                </a:ln>
                <a:solidFill>
                  <a:schemeClr val="tx2"/>
                </a:solidFill>
                <a:effectLst/>
                <a:latin typeface="+mn-lt"/>
                <a:ea typeface="+mn-ea"/>
                <a:cs typeface="Arial" pitchFamily="34" charset="0"/>
              </a:defRPr>
            </a:lvl5pPr>
            <a:lvl6pPr>
              <a:tabLst>
                <a:tab pos="4333542" algn="r"/>
              </a:tabLst>
              <a:defRPr/>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75930485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 Graph">
    <p:spTree>
      <p:nvGrpSpPr>
        <p:cNvPr id="1" name=""/>
        <p:cNvGrpSpPr/>
        <p:nvPr/>
      </p:nvGrpSpPr>
      <p:grpSpPr>
        <a:xfrm>
          <a:off x="0" y="0"/>
          <a:ext cx="0" cy="0"/>
          <a:chOff x="0" y="0"/>
          <a:chExt cx="0" cy="0"/>
        </a:xfrm>
      </p:grpSpPr>
      <p:sp>
        <p:nvSpPr>
          <p:cNvPr id="6" name="Content Placeholder 20"/>
          <p:cNvSpPr>
            <a:spLocks noGrp="1"/>
          </p:cNvSpPr>
          <p:nvPr>
            <p:ph sz="quarter" idx="11"/>
          </p:nvPr>
        </p:nvSpPr>
        <p:spPr bwMode="gray">
          <a:xfrm>
            <a:off x="452626" y="2123016"/>
            <a:ext cx="9163202" cy="1651734"/>
          </a:xfrm>
          <a:prstGeom prst="rect">
            <a:avLst/>
          </a:prstGeom>
        </p:spPr>
        <p:txBody>
          <a:bodyPr/>
          <a:lstStyle>
            <a:lvl1pPr>
              <a:defRPr>
                <a:latin typeface="+mn-lt"/>
              </a:defRPr>
            </a:lvl1pPr>
            <a:lvl2pPr>
              <a:defRPr lang="en-US" sz="2000" kern="1200" dirty="0" smtClean="0">
                <a:solidFill>
                  <a:schemeClr val="tx2"/>
                </a:solidFill>
                <a:latin typeface="+mn-lt"/>
                <a:ea typeface="+mn-ea"/>
                <a:cs typeface="+mn-cs"/>
              </a:defRPr>
            </a:lvl2pPr>
            <a:lvl3pPr>
              <a:defRPr lang="en-US" sz="1800" kern="1200" dirty="0" smtClean="0">
                <a:solidFill>
                  <a:schemeClr val="tx2"/>
                </a:solidFill>
                <a:latin typeface="+mn-lt"/>
                <a:ea typeface="+mn-ea"/>
                <a:cs typeface="+mn-cs"/>
              </a:defRPr>
            </a:lvl3pPr>
            <a:lvl4pPr>
              <a:defRPr lang="en-US" sz="1800" kern="1200" dirty="0" smtClean="0">
                <a:solidFill>
                  <a:schemeClr val="tx2"/>
                </a:solidFill>
                <a:latin typeface="+mn-lt"/>
                <a:ea typeface="+mn-ea"/>
                <a:cs typeface="+mn-cs"/>
              </a:defRPr>
            </a:lvl4pPr>
            <a:lvl5pPr>
              <a:defRPr lang="en-US" sz="1800" kern="1200" dirty="0">
                <a:solidFill>
                  <a:schemeClr val="tx2"/>
                </a:solidFill>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11"/>
          <p:cNvSpPr>
            <a:spLocks noGrp="1"/>
          </p:cNvSpPr>
          <p:nvPr>
            <p:ph type="body" sz="quarter" idx="13"/>
          </p:nvPr>
        </p:nvSpPr>
        <p:spPr bwMode="gray">
          <a:xfrm>
            <a:off x="455772" y="1583267"/>
            <a:ext cx="9163202" cy="313932"/>
          </a:xfrm>
          <a:prstGeom prst="rect">
            <a:avLst/>
          </a:prstGeom>
        </p:spPr>
        <p:txBody>
          <a:bodyPr>
            <a:spAutoFit/>
          </a:bodyPr>
          <a:lstStyle>
            <a:lvl1pPr>
              <a:defRPr sz="2000" b="1">
                <a:latin typeface="+mj-lt"/>
              </a:defRPr>
            </a:lvl1pPr>
          </a:lstStyle>
          <a:p>
            <a:pPr lvl="0"/>
            <a:r>
              <a:rPr lang="en-US"/>
              <a:t>Click to edit Master text styles</a:t>
            </a:r>
          </a:p>
        </p:txBody>
      </p:sp>
      <p:sp>
        <p:nvSpPr>
          <p:cNvPr id="7" name="Text Placeholder 13"/>
          <p:cNvSpPr>
            <a:spLocks noGrp="1"/>
          </p:cNvSpPr>
          <p:nvPr>
            <p:ph type="body" sz="quarter" idx="15"/>
          </p:nvPr>
        </p:nvSpPr>
        <p:spPr bwMode="gray">
          <a:xfrm>
            <a:off x="452627" y="6981020"/>
            <a:ext cx="4395521" cy="138499"/>
          </a:xfrm>
          <a:prstGeom prst="rect">
            <a:avLst/>
          </a:prstGeom>
          <a:noFill/>
          <a:ln w="12700" algn="ctr">
            <a:noFill/>
            <a:miter lim="800000"/>
            <a:headEnd/>
            <a:tailEnd/>
          </a:ln>
        </p:spPr>
        <p:txBody>
          <a:bodyPr lIns="0" tIns="0" rIns="0" bIns="0" anchor="b">
            <a:spAutoFit/>
          </a:bodyPr>
          <a:lstStyle>
            <a:lvl1pPr algn="l" rtl="0" fontAlgn="base">
              <a:lnSpc>
                <a:spcPct val="100000"/>
              </a:lnSpc>
              <a:spcBef>
                <a:spcPct val="0"/>
              </a:spcBef>
              <a:spcAft>
                <a:spcPct val="0"/>
              </a:spcAft>
              <a:defRPr lang="en-US" sz="900" b="0" kern="1200" smtClean="0">
                <a:solidFill>
                  <a:schemeClr val="tx2"/>
                </a:solidFill>
                <a:latin typeface="Arial" pitchFamily="34" charset="0"/>
                <a:ea typeface="+mn-ea"/>
                <a:cs typeface="Arial" pitchFamily="34" charset="0"/>
              </a:defRPr>
            </a:lvl1pPr>
            <a:lvl2pPr algn="l" rtl="0" fontAlgn="base">
              <a:spcBef>
                <a:spcPct val="0"/>
              </a:spcBef>
              <a:spcAft>
                <a:spcPct val="0"/>
              </a:spcAft>
              <a:defRPr lang="en-US" sz="900" b="0" kern="1200" smtClean="0">
                <a:solidFill>
                  <a:schemeClr val="tx1"/>
                </a:solidFill>
                <a:latin typeface="Arial" pitchFamily="34" charset="0"/>
                <a:ea typeface="+mn-ea"/>
                <a:cs typeface="Arial" pitchFamily="34" charset="0"/>
              </a:defRPr>
            </a:lvl2pPr>
            <a:lvl3pPr algn="l" rtl="0" fontAlgn="base">
              <a:spcBef>
                <a:spcPct val="0"/>
              </a:spcBef>
              <a:spcAft>
                <a:spcPct val="0"/>
              </a:spcAft>
              <a:defRPr lang="en-US" sz="900" b="0" kern="1200" smtClean="0">
                <a:solidFill>
                  <a:schemeClr val="tx1"/>
                </a:solidFill>
                <a:latin typeface="Arial" pitchFamily="34" charset="0"/>
                <a:ea typeface="+mn-ea"/>
                <a:cs typeface="Arial" pitchFamily="34" charset="0"/>
              </a:defRPr>
            </a:lvl3pPr>
            <a:lvl4pPr algn="l" rtl="0" fontAlgn="base">
              <a:spcBef>
                <a:spcPct val="0"/>
              </a:spcBef>
              <a:spcAft>
                <a:spcPct val="0"/>
              </a:spcAft>
              <a:defRPr lang="en-US" sz="900" b="0" kern="1200" smtClean="0">
                <a:solidFill>
                  <a:schemeClr val="tx1"/>
                </a:solidFill>
                <a:latin typeface="Arial" pitchFamily="34" charset="0"/>
                <a:ea typeface="+mn-ea"/>
                <a:cs typeface="Arial" pitchFamily="34" charset="0"/>
              </a:defRPr>
            </a:lvl4pPr>
            <a:lvl5pPr algn="l" rtl="0" fontAlgn="base">
              <a:spcBef>
                <a:spcPct val="0"/>
              </a:spcBef>
              <a:spcAft>
                <a:spcPct val="0"/>
              </a:spcAft>
              <a:defRPr lang="en-US" sz="900" b="0" kern="1200" dirty="0">
                <a:solidFill>
                  <a:schemeClr val="tx1"/>
                </a:solidFill>
                <a:latin typeface="Arial" pitchFamily="34" charset="0"/>
                <a:ea typeface="+mn-ea"/>
                <a:cs typeface="Arial" pitchFamily="34" charset="0"/>
              </a:defRPr>
            </a:lvl5pPr>
          </a:lstStyle>
          <a:p>
            <a:pPr lvl="0"/>
            <a:r>
              <a:rPr lang="en-US"/>
              <a:t>Click to edit Master text styles</a:t>
            </a:r>
          </a:p>
        </p:txBody>
      </p:sp>
      <p:sp>
        <p:nvSpPr>
          <p:cNvPr id="13" name="Text Placeholder 18"/>
          <p:cNvSpPr>
            <a:spLocks noGrp="1"/>
          </p:cNvSpPr>
          <p:nvPr>
            <p:ph type="body" sz="quarter" idx="16"/>
          </p:nvPr>
        </p:nvSpPr>
        <p:spPr bwMode="gray">
          <a:xfrm>
            <a:off x="455772" y="883392"/>
            <a:ext cx="9163202" cy="348814"/>
          </a:xfrm>
          <a:prstGeom prst="rect">
            <a:avLst/>
          </a:prstGeom>
          <a:noFill/>
          <a:ln w="9525" algn="ctr">
            <a:noFill/>
            <a:miter lim="800000"/>
            <a:headEnd/>
            <a:tailEnd/>
          </a:ln>
          <a:effectLst/>
        </p:spPr>
        <p:txBody>
          <a:bodyPr vert="horz" wrap="square" lIns="0" tIns="0" rIns="0" bIns="0" numCol="1" anchor="t" anchorCtr="0" compatLnSpc="1">
            <a:prstTxWarp prst="textNoShape">
              <a:avLst/>
            </a:prstTxWarp>
            <a:spAutoFit/>
          </a:bodyPr>
          <a:lstStyle>
            <a:lvl1pPr>
              <a:defRPr kumimoji="0" lang="en-US" sz="2200" b="0" i="0" u="none" strike="noStrike" kern="1200" cap="none" spc="0" normalizeH="0" baseline="0" noProof="0" dirty="0" smtClean="0">
                <a:ln>
                  <a:noFill/>
                </a:ln>
                <a:solidFill>
                  <a:schemeClr val="tx2"/>
                </a:solidFill>
                <a:effectLst/>
                <a:uLnTx/>
                <a:uFillTx/>
                <a:latin typeface="+mj-lt"/>
                <a:ea typeface="+mn-ea"/>
                <a:cs typeface="Arial" pitchFamily="34" charset="0"/>
              </a:defRPr>
            </a:lvl1pPr>
          </a:lstStyle>
          <a:p>
            <a:pPr marL="0" marR="0" lvl="0" indent="0" algn="l" defTabSz="1018824" rtl="0" eaLnBrk="1" fontAlgn="base" latinLnBrk="0" hangingPunct="1">
              <a:lnSpc>
                <a:spcPct val="100000"/>
              </a:lnSpc>
              <a:spcBef>
                <a:spcPct val="0"/>
              </a:spcBef>
              <a:spcAft>
                <a:spcPct val="0"/>
              </a:spcAft>
              <a:buClrTx/>
              <a:buSzTx/>
              <a:buFontTx/>
              <a:buNone/>
              <a:tabLst/>
              <a:defRPr/>
            </a:pPr>
            <a:r>
              <a:rPr lang="en-US"/>
              <a:t>Click to edit Master text styles</a:t>
            </a:r>
          </a:p>
        </p:txBody>
      </p:sp>
      <p:sp>
        <p:nvSpPr>
          <p:cNvPr id="8" name="Title Placeholder 10"/>
          <p:cNvSpPr>
            <a:spLocks noGrp="1"/>
          </p:cNvSpPr>
          <p:nvPr>
            <p:ph type="title"/>
          </p:nvPr>
        </p:nvSpPr>
        <p:spPr bwMode="gray">
          <a:xfrm>
            <a:off x="455772" y="510316"/>
            <a:ext cx="9163202" cy="373075"/>
          </a:xfrm>
          <a:prstGeom prst="rect">
            <a:avLst/>
          </a:prstGeom>
        </p:spPr>
        <p:txBody>
          <a:bodyPr lIns="0" tIns="0" rIns="0" bIns="0" anchor="b" anchorCtr="0">
            <a:spAutoFit/>
          </a:bodyPr>
          <a:lstStyle>
            <a:lvl1pPr>
              <a:defRPr>
                <a:latin typeface="+mj-lt"/>
              </a:defRPr>
            </a:lvl1pPr>
          </a:lstStyle>
          <a:p>
            <a:pPr marL="0" marR="0" lvl="0" indent="0" algn="l" defTabSz="1018824" rtl="0" eaLnBrk="0" fontAlgn="base" latinLnBrk="0" hangingPunct="0">
              <a:lnSpc>
                <a:spcPct val="90000"/>
              </a:lnSpc>
              <a:spcBef>
                <a:spcPct val="0"/>
              </a:spcBef>
              <a:spcAft>
                <a:spcPct val="0"/>
              </a:spcAft>
              <a:buClrTx/>
              <a:buSzTx/>
              <a:buFontTx/>
              <a:buNone/>
              <a:tabLst/>
              <a:defRPr/>
            </a:pPr>
            <a:r>
              <a:rPr lang="en-US"/>
              <a:t>Click to edit Master title style</a:t>
            </a:r>
            <a:endParaRPr lang="en-US" dirty="0"/>
          </a:p>
        </p:txBody>
      </p:sp>
    </p:spTree>
    <p:extLst>
      <p:ext uri="{BB962C8B-B14F-4D97-AF65-F5344CB8AC3E}">
        <p14:creationId xmlns:p14="http://schemas.microsoft.com/office/powerpoint/2010/main" val="92888283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 Graph">
    <p:spTree>
      <p:nvGrpSpPr>
        <p:cNvPr id="1" name=""/>
        <p:cNvGrpSpPr/>
        <p:nvPr/>
      </p:nvGrpSpPr>
      <p:grpSpPr>
        <a:xfrm>
          <a:off x="0" y="0"/>
          <a:ext cx="0" cy="0"/>
          <a:chOff x="0" y="0"/>
          <a:chExt cx="0" cy="0"/>
        </a:xfrm>
      </p:grpSpPr>
      <p:sp>
        <p:nvSpPr>
          <p:cNvPr id="6" name="Content Placeholder 20"/>
          <p:cNvSpPr>
            <a:spLocks noGrp="1"/>
          </p:cNvSpPr>
          <p:nvPr>
            <p:ph sz="quarter" idx="11"/>
          </p:nvPr>
        </p:nvSpPr>
        <p:spPr bwMode="gray">
          <a:xfrm>
            <a:off x="452627" y="2123015"/>
            <a:ext cx="4399071" cy="1651734"/>
          </a:xfrm>
          <a:prstGeom prst="rect">
            <a:avLst/>
          </a:prstGeom>
        </p:spPr>
        <p:txBody>
          <a:bodyPr/>
          <a:lstStyle>
            <a:lvl1pPr>
              <a:defRPr>
                <a:latin typeface="+mn-lt"/>
              </a:defRPr>
            </a:lvl1pPr>
            <a:lvl2pPr>
              <a:defRPr lang="en-US" sz="2000" kern="1200" dirty="0" smtClean="0">
                <a:solidFill>
                  <a:schemeClr val="tx2"/>
                </a:solidFill>
                <a:latin typeface="+mn-lt"/>
                <a:ea typeface="+mn-ea"/>
                <a:cs typeface="+mn-cs"/>
              </a:defRPr>
            </a:lvl2pPr>
            <a:lvl3pPr>
              <a:defRPr lang="en-US" sz="1800" kern="1200" dirty="0" smtClean="0">
                <a:solidFill>
                  <a:schemeClr val="tx2"/>
                </a:solidFill>
                <a:latin typeface="+mn-lt"/>
                <a:ea typeface="+mn-ea"/>
                <a:cs typeface="+mn-cs"/>
              </a:defRPr>
            </a:lvl3pPr>
            <a:lvl4pPr>
              <a:defRPr lang="en-US" sz="1800" kern="1200" dirty="0" smtClean="0">
                <a:solidFill>
                  <a:schemeClr val="tx2"/>
                </a:solidFill>
                <a:latin typeface="+mn-lt"/>
                <a:ea typeface="+mn-ea"/>
                <a:cs typeface="+mn-cs"/>
              </a:defRPr>
            </a:lvl4pPr>
            <a:lvl5pPr>
              <a:defRPr lang="en-US" sz="1800" kern="1200" dirty="0">
                <a:solidFill>
                  <a:schemeClr val="tx2"/>
                </a:solidFill>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11"/>
          <p:cNvSpPr>
            <a:spLocks noGrp="1"/>
          </p:cNvSpPr>
          <p:nvPr>
            <p:ph type="body" sz="quarter" idx="13"/>
          </p:nvPr>
        </p:nvSpPr>
        <p:spPr bwMode="gray">
          <a:xfrm>
            <a:off x="455772" y="1583267"/>
            <a:ext cx="4395521" cy="313932"/>
          </a:xfrm>
          <a:prstGeom prst="rect">
            <a:avLst/>
          </a:prstGeom>
        </p:spPr>
        <p:txBody>
          <a:bodyPr>
            <a:spAutoFit/>
          </a:bodyPr>
          <a:lstStyle>
            <a:lvl1pPr>
              <a:defRPr sz="2000" b="1">
                <a:latin typeface="+mj-lt"/>
              </a:defRPr>
            </a:lvl1pPr>
          </a:lstStyle>
          <a:p>
            <a:pPr lvl="0"/>
            <a:r>
              <a:rPr lang="en-US"/>
              <a:t>Click to edit Master text styles</a:t>
            </a:r>
          </a:p>
        </p:txBody>
      </p:sp>
      <p:sp>
        <p:nvSpPr>
          <p:cNvPr id="14" name="Text Placeholder 13"/>
          <p:cNvSpPr>
            <a:spLocks noGrp="1"/>
          </p:cNvSpPr>
          <p:nvPr>
            <p:ph type="body" sz="quarter" idx="15"/>
          </p:nvPr>
        </p:nvSpPr>
        <p:spPr bwMode="gray">
          <a:xfrm>
            <a:off x="452627" y="6981020"/>
            <a:ext cx="4395521" cy="138499"/>
          </a:xfrm>
          <a:prstGeom prst="rect">
            <a:avLst/>
          </a:prstGeom>
          <a:noFill/>
          <a:ln w="12700" algn="ctr">
            <a:noFill/>
            <a:miter lim="800000"/>
            <a:headEnd/>
            <a:tailEnd/>
          </a:ln>
        </p:spPr>
        <p:txBody>
          <a:bodyPr lIns="0" tIns="0" rIns="0" bIns="0" anchor="b">
            <a:spAutoFit/>
          </a:bodyPr>
          <a:lstStyle>
            <a:lvl1pPr algn="l" rtl="0" fontAlgn="base">
              <a:lnSpc>
                <a:spcPct val="100000"/>
              </a:lnSpc>
              <a:spcBef>
                <a:spcPct val="0"/>
              </a:spcBef>
              <a:spcAft>
                <a:spcPct val="0"/>
              </a:spcAft>
              <a:defRPr lang="en-US" sz="900" b="0" kern="1200" smtClean="0">
                <a:solidFill>
                  <a:srgbClr val="002776"/>
                </a:solidFill>
                <a:latin typeface="Arial" pitchFamily="34" charset="0"/>
                <a:ea typeface="+mn-ea"/>
                <a:cs typeface="Arial" pitchFamily="34" charset="0"/>
              </a:defRPr>
            </a:lvl1pPr>
            <a:lvl2pPr algn="l" rtl="0" fontAlgn="base">
              <a:spcBef>
                <a:spcPct val="0"/>
              </a:spcBef>
              <a:spcAft>
                <a:spcPct val="0"/>
              </a:spcAft>
              <a:defRPr lang="en-US" sz="900" b="0" kern="1200" smtClean="0">
                <a:solidFill>
                  <a:schemeClr val="tx1"/>
                </a:solidFill>
                <a:latin typeface="Arial" pitchFamily="34" charset="0"/>
                <a:ea typeface="+mn-ea"/>
                <a:cs typeface="Arial" pitchFamily="34" charset="0"/>
              </a:defRPr>
            </a:lvl2pPr>
            <a:lvl3pPr algn="l" rtl="0" fontAlgn="base">
              <a:spcBef>
                <a:spcPct val="0"/>
              </a:spcBef>
              <a:spcAft>
                <a:spcPct val="0"/>
              </a:spcAft>
              <a:defRPr lang="en-US" sz="900" b="0" kern="1200" smtClean="0">
                <a:solidFill>
                  <a:schemeClr val="tx1"/>
                </a:solidFill>
                <a:latin typeface="Arial" pitchFamily="34" charset="0"/>
                <a:ea typeface="+mn-ea"/>
                <a:cs typeface="Arial" pitchFamily="34" charset="0"/>
              </a:defRPr>
            </a:lvl3pPr>
            <a:lvl4pPr algn="l" rtl="0" fontAlgn="base">
              <a:spcBef>
                <a:spcPct val="0"/>
              </a:spcBef>
              <a:spcAft>
                <a:spcPct val="0"/>
              </a:spcAft>
              <a:defRPr lang="en-US" sz="900" b="0" kern="1200" smtClean="0">
                <a:solidFill>
                  <a:schemeClr val="tx1"/>
                </a:solidFill>
                <a:latin typeface="Arial" pitchFamily="34" charset="0"/>
                <a:ea typeface="+mn-ea"/>
                <a:cs typeface="Arial" pitchFamily="34" charset="0"/>
              </a:defRPr>
            </a:lvl4pPr>
            <a:lvl5pPr algn="l" rtl="0" fontAlgn="base">
              <a:spcBef>
                <a:spcPct val="0"/>
              </a:spcBef>
              <a:spcAft>
                <a:spcPct val="0"/>
              </a:spcAft>
              <a:defRPr lang="en-US" sz="900" b="0" kern="1200" dirty="0">
                <a:solidFill>
                  <a:schemeClr val="tx1"/>
                </a:solidFill>
                <a:latin typeface="Arial" pitchFamily="34" charset="0"/>
                <a:ea typeface="+mn-ea"/>
                <a:cs typeface="Arial" pitchFamily="34" charset="0"/>
              </a:defRPr>
            </a:lvl5pPr>
          </a:lstStyle>
          <a:p>
            <a:pPr lvl="0"/>
            <a:r>
              <a:rPr lang="en-US"/>
              <a:t>Click to edit Master text styles</a:t>
            </a:r>
          </a:p>
        </p:txBody>
      </p:sp>
      <p:sp>
        <p:nvSpPr>
          <p:cNvPr id="15" name="Text Placeholder 13"/>
          <p:cNvSpPr>
            <a:spLocks noGrp="1"/>
          </p:cNvSpPr>
          <p:nvPr>
            <p:ph type="body" sz="quarter" idx="16"/>
          </p:nvPr>
        </p:nvSpPr>
        <p:spPr bwMode="gray">
          <a:xfrm>
            <a:off x="5211631" y="6981020"/>
            <a:ext cx="4395521" cy="138499"/>
          </a:xfrm>
          <a:prstGeom prst="rect">
            <a:avLst/>
          </a:prstGeom>
          <a:noFill/>
          <a:ln w="12700" algn="ctr">
            <a:noFill/>
            <a:miter lim="800000"/>
            <a:headEnd/>
            <a:tailEnd/>
          </a:ln>
        </p:spPr>
        <p:txBody>
          <a:bodyPr lIns="0" tIns="0" rIns="0" bIns="0" anchor="b">
            <a:spAutoFit/>
          </a:bodyPr>
          <a:lstStyle>
            <a:lvl1pPr algn="l" rtl="0" fontAlgn="base">
              <a:lnSpc>
                <a:spcPct val="100000"/>
              </a:lnSpc>
              <a:spcBef>
                <a:spcPct val="0"/>
              </a:spcBef>
              <a:spcAft>
                <a:spcPct val="0"/>
              </a:spcAft>
              <a:defRPr lang="en-US" sz="900" b="0" kern="1200" smtClean="0">
                <a:solidFill>
                  <a:srgbClr val="002776"/>
                </a:solidFill>
                <a:latin typeface="Arial" pitchFamily="34" charset="0"/>
                <a:ea typeface="+mn-ea"/>
                <a:cs typeface="Arial" pitchFamily="34" charset="0"/>
              </a:defRPr>
            </a:lvl1pPr>
            <a:lvl2pPr algn="l" rtl="0" fontAlgn="base">
              <a:spcBef>
                <a:spcPct val="0"/>
              </a:spcBef>
              <a:spcAft>
                <a:spcPct val="0"/>
              </a:spcAft>
              <a:defRPr lang="en-US" sz="900" b="0" kern="1200" smtClean="0">
                <a:solidFill>
                  <a:schemeClr val="tx1"/>
                </a:solidFill>
                <a:latin typeface="Arial" pitchFamily="34" charset="0"/>
                <a:ea typeface="+mn-ea"/>
                <a:cs typeface="Arial" pitchFamily="34" charset="0"/>
              </a:defRPr>
            </a:lvl2pPr>
            <a:lvl3pPr algn="l" rtl="0" fontAlgn="base">
              <a:spcBef>
                <a:spcPct val="0"/>
              </a:spcBef>
              <a:spcAft>
                <a:spcPct val="0"/>
              </a:spcAft>
              <a:defRPr lang="en-US" sz="900" b="0" kern="1200" smtClean="0">
                <a:solidFill>
                  <a:schemeClr val="tx1"/>
                </a:solidFill>
                <a:latin typeface="Arial" pitchFamily="34" charset="0"/>
                <a:ea typeface="+mn-ea"/>
                <a:cs typeface="Arial" pitchFamily="34" charset="0"/>
              </a:defRPr>
            </a:lvl3pPr>
            <a:lvl4pPr algn="l" rtl="0" fontAlgn="base">
              <a:spcBef>
                <a:spcPct val="0"/>
              </a:spcBef>
              <a:spcAft>
                <a:spcPct val="0"/>
              </a:spcAft>
              <a:defRPr lang="en-US" sz="900" b="0" kern="1200" smtClean="0">
                <a:solidFill>
                  <a:schemeClr val="tx1"/>
                </a:solidFill>
                <a:latin typeface="Arial" pitchFamily="34" charset="0"/>
                <a:ea typeface="+mn-ea"/>
                <a:cs typeface="Arial" pitchFamily="34" charset="0"/>
              </a:defRPr>
            </a:lvl4pPr>
            <a:lvl5pPr algn="l" rtl="0" fontAlgn="base">
              <a:spcBef>
                <a:spcPct val="0"/>
              </a:spcBef>
              <a:spcAft>
                <a:spcPct val="0"/>
              </a:spcAft>
              <a:defRPr lang="en-US" sz="900" b="0" kern="1200" dirty="0">
                <a:solidFill>
                  <a:schemeClr val="tx1"/>
                </a:solidFill>
                <a:latin typeface="Arial" pitchFamily="34" charset="0"/>
                <a:ea typeface="+mn-ea"/>
                <a:cs typeface="Arial" pitchFamily="34" charset="0"/>
              </a:defRPr>
            </a:lvl5pPr>
          </a:lstStyle>
          <a:p>
            <a:pPr lvl="0"/>
            <a:r>
              <a:rPr lang="en-US"/>
              <a:t>Click to edit Master text styles</a:t>
            </a:r>
          </a:p>
        </p:txBody>
      </p:sp>
      <p:sp>
        <p:nvSpPr>
          <p:cNvPr id="17" name="Text Placeholder 18"/>
          <p:cNvSpPr>
            <a:spLocks noGrp="1"/>
          </p:cNvSpPr>
          <p:nvPr>
            <p:ph type="body" sz="quarter" idx="17"/>
          </p:nvPr>
        </p:nvSpPr>
        <p:spPr bwMode="gray">
          <a:xfrm>
            <a:off x="455772" y="883392"/>
            <a:ext cx="9163202" cy="348814"/>
          </a:xfrm>
          <a:prstGeom prst="rect">
            <a:avLst/>
          </a:prstGeom>
          <a:noFill/>
          <a:ln w="9525" algn="ctr">
            <a:noFill/>
            <a:miter lim="800000"/>
            <a:headEnd/>
            <a:tailEnd/>
          </a:ln>
          <a:effectLst/>
        </p:spPr>
        <p:txBody>
          <a:bodyPr vert="horz" wrap="square" lIns="0" tIns="0" rIns="0" bIns="0" numCol="1" anchor="t" anchorCtr="0" compatLnSpc="1">
            <a:prstTxWarp prst="textNoShape">
              <a:avLst/>
            </a:prstTxWarp>
            <a:spAutoFit/>
          </a:bodyPr>
          <a:lstStyle>
            <a:lvl1pPr>
              <a:defRPr kumimoji="0" lang="en-US" sz="2200" b="0" i="0" u="none" strike="noStrike" kern="1200" cap="none" spc="0" normalizeH="0" baseline="0" noProof="0" dirty="0" smtClean="0">
                <a:ln>
                  <a:noFill/>
                </a:ln>
                <a:solidFill>
                  <a:schemeClr val="tx2"/>
                </a:solidFill>
                <a:effectLst/>
                <a:uLnTx/>
                <a:uFillTx/>
                <a:latin typeface="+mj-lt"/>
                <a:ea typeface="+mn-ea"/>
                <a:cs typeface="Arial" pitchFamily="34" charset="0"/>
              </a:defRPr>
            </a:lvl1pPr>
          </a:lstStyle>
          <a:p>
            <a:pPr marL="0" marR="0" lvl="0" indent="0" algn="l" defTabSz="1018824" rtl="0" eaLnBrk="1" fontAlgn="base" latinLnBrk="0" hangingPunct="1">
              <a:lnSpc>
                <a:spcPct val="100000"/>
              </a:lnSpc>
              <a:spcBef>
                <a:spcPct val="0"/>
              </a:spcBef>
              <a:spcAft>
                <a:spcPct val="0"/>
              </a:spcAft>
              <a:buClrTx/>
              <a:buSzTx/>
              <a:buFontTx/>
              <a:buNone/>
              <a:tabLst/>
              <a:defRPr/>
            </a:pPr>
            <a:r>
              <a:rPr lang="en-US"/>
              <a:t>Click to edit Master text styles</a:t>
            </a:r>
          </a:p>
        </p:txBody>
      </p:sp>
      <p:sp>
        <p:nvSpPr>
          <p:cNvPr id="10" name="Title Placeholder 10"/>
          <p:cNvSpPr>
            <a:spLocks noGrp="1"/>
          </p:cNvSpPr>
          <p:nvPr>
            <p:ph type="title"/>
          </p:nvPr>
        </p:nvSpPr>
        <p:spPr bwMode="gray">
          <a:xfrm>
            <a:off x="455772" y="510316"/>
            <a:ext cx="9163202" cy="373075"/>
          </a:xfrm>
          <a:prstGeom prst="rect">
            <a:avLst/>
          </a:prstGeom>
        </p:spPr>
        <p:txBody>
          <a:bodyPr lIns="0" tIns="0" rIns="0" bIns="0" anchor="b" anchorCtr="0">
            <a:spAutoFit/>
          </a:bodyPr>
          <a:lstStyle>
            <a:lvl1pPr>
              <a:defRPr>
                <a:latin typeface="+mj-lt"/>
              </a:defRPr>
            </a:lvl1pPr>
          </a:lstStyle>
          <a:p>
            <a:pPr marL="0" marR="0" lvl="0" indent="0" algn="l" defTabSz="1018824" rtl="0" eaLnBrk="0" fontAlgn="base" latinLnBrk="0" hangingPunct="0">
              <a:lnSpc>
                <a:spcPct val="90000"/>
              </a:lnSpc>
              <a:spcBef>
                <a:spcPct val="0"/>
              </a:spcBef>
              <a:spcAft>
                <a:spcPct val="0"/>
              </a:spcAft>
              <a:buClrTx/>
              <a:buSzTx/>
              <a:buFontTx/>
              <a:buNone/>
              <a:tabLst/>
              <a:defRPr/>
            </a:pPr>
            <a:r>
              <a:rPr lang="en-US"/>
              <a:t>Click to edit Master title style</a:t>
            </a:r>
            <a:endParaRPr lang="en-US" dirty="0"/>
          </a:p>
        </p:txBody>
      </p:sp>
      <p:sp>
        <p:nvSpPr>
          <p:cNvPr id="11" name="Content Placeholder 20"/>
          <p:cNvSpPr>
            <a:spLocks noGrp="1"/>
          </p:cNvSpPr>
          <p:nvPr>
            <p:ph sz="quarter" idx="18"/>
          </p:nvPr>
        </p:nvSpPr>
        <p:spPr bwMode="gray">
          <a:xfrm>
            <a:off x="5196840" y="2123015"/>
            <a:ext cx="4399071" cy="1651734"/>
          </a:xfrm>
          <a:prstGeom prst="rect">
            <a:avLst/>
          </a:prstGeom>
        </p:spPr>
        <p:txBody>
          <a:bodyPr/>
          <a:lstStyle>
            <a:lvl1pPr>
              <a:defRPr>
                <a:latin typeface="+mn-lt"/>
              </a:defRPr>
            </a:lvl1pPr>
            <a:lvl2pPr>
              <a:defRPr lang="en-US" sz="2000" kern="1200" dirty="0" smtClean="0">
                <a:solidFill>
                  <a:schemeClr val="tx2"/>
                </a:solidFill>
                <a:latin typeface="+mn-lt"/>
                <a:ea typeface="+mn-ea"/>
                <a:cs typeface="+mn-cs"/>
              </a:defRPr>
            </a:lvl2pPr>
            <a:lvl3pPr>
              <a:defRPr lang="en-US" sz="1800" kern="1200" dirty="0" smtClean="0">
                <a:solidFill>
                  <a:schemeClr val="tx2"/>
                </a:solidFill>
                <a:latin typeface="+mn-lt"/>
                <a:ea typeface="+mn-ea"/>
                <a:cs typeface="+mn-cs"/>
              </a:defRPr>
            </a:lvl3pPr>
            <a:lvl4pPr>
              <a:defRPr lang="en-US" sz="1800" kern="1200" dirty="0" smtClean="0">
                <a:solidFill>
                  <a:schemeClr val="tx2"/>
                </a:solidFill>
                <a:latin typeface="+mn-lt"/>
                <a:ea typeface="+mn-ea"/>
                <a:cs typeface="+mn-cs"/>
              </a:defRPr>
            </a:lvl4pPr>
            <a:lvl5pPr>
              <a:defRPr lang="en-US" sz="1800" kern="1200" dirty="0">
                <a:solidFill>
                  <a:schemeClr val="tx2"/>
                </a:solidFill>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11"/>
          <p:cNvSpPr>
            <a:spLocks noGrp="1"/>
          </p:cNvSpPr>
          <p:nvPr>
            <p:ph type="body" sz="quarter" idx="19"/>
          </p:nvPr>
        </p:nvSpPr>
        <p:spPr bwMode="gray">
          <a:xfrm>
            <a:off x="5199985" y="1583267"/>
            <a:ext cx="4395521" cy="313932"/>
          </a:xfrm>
          <a:prstGeom prst="rect">
            <a:avLst/>
          </a:prstGeom>
        </p:spPr>
        <p:txBody>
          <a:bodyPr>
            <a:spAutoFit/>
          </a:bodyPr>
          <a:lstStyle>
            <a:lvl1pPr>
              <a:defRPr sz="2000" b="1">
                <a:latin typeface="+mj-lt"/>
              </a:defRPr>
            </a:lvl1pPr>
          </a:lstStyle>
          <a:p>
            <a:pPr lvl="0"/>
            <a:r>
              <a:rPr lang="en-US"/>
              <a:t>Click to edit Master text styles</a:t>
            </a:r>
          </a:p>
        </p:txBody>
      </p:sp>
    </p:spTree>
    <p:extLst>
      <p:ext uri="{BB962C8B-B14F-4D97-AF65-F5344CB8AC3E}">
        <p14:creationId xmlns:p14="http://schemas.microsoft.com/office/powerpoint/2010/main" val="143152937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Placeholder 10"/>
          <p:cNvSpPr>
            <a:spLocks noGrp="1"/>
          </p:cNvSpPr>
          <p:nvPr>
            <p:ph type="title"/>
          </p:nvPr>
        </p:nvSpPr>
        <p:spPr bwMode="gray">
          <a:xfrm>
            <a:off x="455772" y="510316"/>
            <a:ext cx="9163202" cy="373075"/>
          </a:xfrm>
          <a:prstGeom prst="rect">
            <a:avLst/>
          </a:prstGeom>
        </p:spPr>
        <p:txBody>
          <a:bodyPr lIns="0" tIns="0" rIns="0" bIns="0" anchor="b" anchorCtr="0">
            <a:spAutoFit/>
          </a:bodyPr>
          <a:lstStyle/>
          <a:p>
            <a:pPr marL="0" marR="0" lvl="0" indent="0" algn="l" defTabSz="1018824" rtl="0" eaLnBrk="0" fontAlgn="base" latinLnBrk="0" hangingPunct="0">
              <a:lnSpc>
                <a:spcPct val="90000"/>
              </a:lnSpc>
              <a:spcBef>
                <a:spcPct val="0"/>
              </a:spcBef>
              <a:spcAft>
                <a:spcPct val="0"/>
              </a:spcAft>
              <a:buClrTx/>
              <a:buSzTx/>
              <a:buFontTx/>
              <a:buNone/>
              <a:tabLst/>
              <a:defRPr/>
            </a:pPr>
            <a:r>
              <a:rPr lang="en-US"/>
              <a:t>Click to edit Master title style</a:t>
            </a:r>
            <a:endParaRPr lang="en-US" dirty="0"/>
          </a:p>
        </p:txBody>
      </p:sp>
    </p:spTree>
    <p:extLst>
      <p:ext uri="{BB962C8B-B14F-4D97-AF65-F5344CB8AC3E}">
        <p14:creationId xmlns:p14="http://schemas.microsoft.com/office/powerpoint/2010/main" val="335639312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End slide">
    <p:bg>
      <p:bgPr>
        <a:solidFill>
          <a:schemeClr val="bg1"/>
        </a:solidFill>
        <a:effectLst/>
      </p:bgPr>
    </p:bg>
    <p:spTree>
      <p:nvGrpSpPr>
        <p:cNvPr id="1" name=""/>
        <p:cNvGrpSpPr/>
        <p:nvPr/>
      </p:nvGrpSpPr>
      <p:grpSpPr>
        <a:xfrm>
          <a:off x="0" y="0"/>
          <a:ext cx="0" cy="0"/>
          <a:chOff x="0" y="0"/>
          <a:chExt cx="0" cy="0"/>
        </a:xfrm>
      </p:grpSpPr>
      <p:pic>
        <p:nvPicPr>
          <p:cNvPr id="5" name="Picture 19" descr="DEL_PRI_RGB"/>
          <p:cNvPicPr>
            <a:picLocks noChangeAspect="1" noChangeArrowheads="1"/>
          </p:cNvPicPr>
          <p:nvPr userDrawn="1"/>
        </p:nvPicPr>
        <p:blipFill>
          <a:blip r:embed="rId2" cstate="print"/>
          <a:srcRect l="11237" t="27428" r="9845" b="25551"/>
          <a:stretch>
            <a:fillRect/>
          </a:stretch>
        </p:blipFill>
        <p:spPr bwMode="gray">
          <a:xfrm>
            <a:off x="3129280" y="3436409"/>
            <a:ext cx="3796348" cy="895985"/>
          </a:xfrm>
          <a:prstGeom prst="rect">
            <a:avLst/>
          </a:prstGeom>
          <a:noFill/>
          <a:ln w="9525">
            <a:noFill/>
            <a:miter lim="800000"/>
            <a:headEnd/>
            <a:tailEnd/>
          </a:ln>
        </p:spPr>
      </p:pic>
      <p:sp>
        <p:nvSpPr>
          <p:cNvPr id="3" name="Text Placeholder 5"/>
          <p:cNvSpPr>
            <a:spLocks noGrp="1"/>
          </p:cNvSpPr>
          <p:nvPr>
            <p:ph type="body" sz="quarter" idx="10"/>
          </p:nvPr>
        </p:nvSpPr>
        <p:spPr bwMode="gray">
          <a:xfrm>
            <a:off x="442570" y="6186831"/>
            <a:ext cx="5431536" cy="1305763"/>
          </a:xfrm>
        </p:spPr>
        <p:txBody>
          <a:bodyPr anchor="b" anchorCtr="0">
            <a:noAutofit/>
          </a:bodyPr>
          <a:lstStyle>
            <a:lvl1pPr>
              <a:lnSpc>
                <a:spcPts val="891"/>
              </a:lnSpc>
              <a:spcBef>
                <a:spcPts val="446"/>
              </a:spcBef>
              <a:spcAft>
                <a:spcPts val="446"/>
              </a:spcAft>
              <a:defRPr sz="800"/>
            </a:lvl1pPr>
          </a:lstStyle>
          <a:p>
            <a:pPr lvl="0"/>
            <a:r>
              <a:rPr lang="en-US"/>
              <a:t>Click to edit Master text styles</a:t>
            </a:r>
          </a:p>
        </p:txBody>
      </p:sp>
    </p:spTree>
    <p:extLst>
      <p:ext uri="{BB962C8B-B14F-4D97-AF65-F5344CB8AC3E}">
        <p14:creationId xmlns:p14="http://schemas.microsoft.com/office/powerpoint/2010/main" val="3100948340"/>
      </p:ext>
    </p:extLst>
  </p:cSld>
  <p:clrMapOvr>
    <a:masterClrMapping/>
  </p:clrMapOvr>
  <p:transition/>
  <p:hf hdr="0" dt="0"/>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55772" y="510316"/>
            <a:ext cx="9163202" cy="373075"/>
          </a:xfrm>
          <a:prstGeom prst="rect">
            <a:avLst/>
          </a:prstGeom>
        </p:spPr>
        <p:txBody>
          <a:bodyPr>
            <a:spAutoFit/>
          </a:bodyPr>
          <a:lstStyle/>
          <a:p>
            <a:r>
              <a:rPr lang="en-US"/>
              <a:t>Click to edit Master title style</a:t>
            </a:r>
            <a:endParaRPr lang="en-US" dirty="0"/>
          </a:p>
        </p:txBody>
      </p:sp>
      <p:sp>
        <p:nvSpPr>
          <p:cNvPr id="3" name="Text Placeholder 7"/>
          <p:cNvSpPr>
            <a:spLocks noGrp="1"/>
          </p:cNvSpPr>
          <p:nvPr>
            <p:ph type="body" sz="quarter" idx="11"/>
          </p:nvPr>
        </p:nvSpPr>
        <p:spPr bwMode="gray">
          <a:xfrm>
            <a:off x="455772" y="883392"/>
            <a:ext cx="9163202" cy="251146"/>
          </a:xfrm>
          <a:noFill/>
          <a:ln w="9525">
            <a:noFill/>
            <a:miter lim="800000"/>
            <a:headEnd/>
            <a:tailEnd/>
          </a:ln>
        </p:spPr>
        <p:txBody>
          <a:bodyPr lIns="0" tIns="0" rIns="0" bIns="0">
            <a:spAutoFit/>
          </a:bodyPr>
          <a:lstStyle>
            <a:lvl1pPr algn="l" rtl="0" eaLnBrk="0" fontAlgn="base" hangingPunct="0">
              <a:lnSpc>
                <a:spcPct val="90000"/>
              </a:lnSpc>
              <a:spcBef>
                <a:spcPct val="0"/>
              </a:spcBef>
              <a:spcAft>
                <a:spcPct val="0"/>
              </a:spcAft>
              <a:defRPr lang="en-US" sz="1800" b="0" kern="1200" dirty="0">
                <a:solidFill>
                  <a:schemeClr val="tx1"/>
                </a:solidFill>
                <a:latin typeface="Arial" pitchFamily="34" charset="0"/>
                <a:ea typeface="+mn-ea"/>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41665873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5772" y="510316"/>
            <a:ext cx="9163202" cy="373075"/>
          </a:xfrm>
          <a:prstGeom prst="rect">
            <a:avLst/>
          </a:prstGeom>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895963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image" Target="../media/image1.png"/><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blackWhite">
      <p:bgPr>
        <a:solidFill>
          <a:schemeClr val="bg1"/>
        </a:solidFill>
        <a:effectLst/>
      </p:bgPr>
    </p:bg>
    <p:spTree>
      <p:nvGrpSpPr>
        <p:cNvPr id="1" name=""/>
        <p:cNvGrpSpPr/>
        <p:nvPr/>
      </p:nvGrpSpPr>
      <p:grpSpPr>
        <a:xfrm>
          <a:off x="0" y="0"/>
          <a:ext cx="0" cy="0"/>
          <a:chOff x="0" y="0"/>
          <a:chExt cx="0" cy="0"/>
        </a:xfrm>
      </p:grpSpPr>
      <p:pic>
        <p:nvPicPr>
          <p:cNvPr id="1026" name="Picture 2" descr="DEL_COL"/>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gray">
          <a:xfrm>
            <a:off x="436563" y="7502525"/>
            <a:ext cx="976154" cy="187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3"/>
          <p:cNvSpPr>
            <a:spLocks noGrp="1" noChangeArrowheads="1"/>
          </p:cNvSpPr>
          <p:nvPr>
            <p:ph type="title"/>
          </p:nvPr>
        </p:nvSpPr>
        <p:spPr bwMode="gray">
          <a:xfrm>
            <a:off x="440055" y="462387"/>
            <a:ext cx="9171305" cy="4138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b" anchorCtr="0" compatLnSpc="1">
            <a:prstTxWarp prst="textNoShape">
              <a:avLst/>
            </a:prstTxWarp>
          </a:bodyPr>
          <a:lstStyle/>
          <a:p>
            <a:pPr lvl="0"/>
            <a:r>
              <a:rPr lang="en-US"/>
              <a:t>Click to Edit Master Title Style</a:t>
            </a:r>
          </a:p>
        </p:txBody>
      </p:sp>
      <p:sp>
        <p:nvSpPr>
          <p:cNvPr id="1028" name="Rectangle 4"/>
          <p:cNvSpPr>
            <a:spLocks noGrp="1" noChangeArrowheads="1"/>
          </p:cNvSpPr>
          <p:nvPr>
            <p:ph type="body" idx="1"/>
          </p:nvPr>
        </p:nvSpPr>
        <p:spPr bwMode="gray">
          <a:xfrm>
            <a:off x="419100" y="1295406"/>
            <a:ext cx="9171305" cy="58203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A5002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1029" name="Text Box 5"/>
          <p:cNvSpPr txBox="1">
            <a:spLocks noChangeArrowheads="1"/>
          </p:cNvSpPr>
          <p:nvPr/>
        </p:nvSpPr>
        <p:spPr bwMode="gray">
          <a:xfrm>
            <a:off x="4824893" y="7504582"/>
            <a:ext cx="410369" cy="212046"/>
          </a:xfrm>
          <a:prstGeom prst="rect">
            <a:avLst/>
          </a:prstGeom>
          <a:noFill/>
          <a:ln>
            <a:noFill/>
          </a:ln>
          <a:effectLst>
            <a:prstShdw prst="shdw17" dist="17961" dir="2700000">
              <a:srgbClr val="858585"/>
            </a:prstShdw>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Lst>
        </p:spPr>
        <p:txBody>
          <a:bodyPr wrap="none" lIns="0" tIns="0" rIns="0" bIns="0" anchor="b" anchorCtr="1">
            <a:spAutoFit/>
          </a:bodyPr>
          <a:lstStyle>
            <a:lvl1pPr>
              <a:defRPr b="1">
                <a:solidFill>
                  <a:schemeClr val="tx1"/>
                </a:solidFill>
                <a:latin typeface="Arial" charset="0"/>
              </a:defRPr>
            </a:lvl1pPr>
            <a:lvl2pPr marL="742950" indent="-285750">
              <a:defRPr b="1">
                <a:solidFill>
                  <a:schemeClr val="tx1"/>
                </a:solidFill>
                <a:latin typeface="Arial" charset="0"/>
              </a:defRPr>
            </a:lvl2pPr>
            <a:lvl3pPr marL="1143000" indent="-228600">
              <a:defRPr b="1">
                <a:solidFill>
                  <a:schemeClr val="tx1"/>
                </a:solidFill>
                <a:latin typeface="Arial" charset="0"/>
              </a:defRPr>
            </a:lvl3pPr>
            <a:lvl4pPr marL="1600200" indent="-228600">
              <a:defRPr b="1">
                <a:solidFill>
                  <a:schemeClr val="tx1"/>
                </a:solidFill>
                <a:latin typeface="Arial" charset="0"/>
              </a:defRPr>
            </a:lvl4pPr>
            <a:lvl5pPr marL="2057400" indent="-228600">
              <a:defRPr b="1">
                <a:solidFill>
                  <a:schemeClr val="tx1"/>
                </a:solidFill>
                <a:latin typeface="Arial" charset="0"/>
              </a:defRPr>
            </a:lvl5pPr>
            <a:lvl6pPr marL="2514600" indent="-228600" algn="ctr" eaLnBrk="0" fontAlgn="base" hangingPunct="0">
              <a:lnSpc>
                <a:spcPct val="106000"/>
              </a:lnSpc>
              <a:spcBef>
                <a:spcPct val="50000"/>
              </a:spcBef>
              <a:spcAft>
                <a:spcPct val="0"/>
              </a:spcAft>
              <a:defRPr b="1">
                <a:solidFill>
                  <a:schemeClr val="tx1"/>
                </a:solidFill>
                <a:latin typeface="Arial" charset="0"/>
              </a:defRPr>
            </a:lvl6pPr>
            <a:lvl7pPr marL="2971800" indent="-228600" algn="ctr" eaLnBrk="0" fontAlgn="base" hangingPunct="0">
              <a:lnSpc>
                <a:spcPct val="106000"/>
              </a:lnSpc>
              <a:spcBef>
                <a:spcPct val="50000"/>
              </a:spcBef>
              <a:spcAft>
                <a:spcPct val="0"/>
              </a:spcAft>
              <a:defRPr b="1">
                <a:solidFill>
                  <a:schemeClr val="tx1"/>
                </a:solidFill>
                <a:latin typeface="Arial" charset="0"/>
              </a:defRPr>
            </a:lvl7pPr>
            <a:lvl8pPr marL="3429000" indent="-228600" algn="ctr" eaLnBrk="0" fontAlgn="base" hangingPunct="0">
              <a:lnSpc>
                <a:spcPct val="106000"/>
              </a:lnSpc>
              <a:spcBef>
                <a:spcPct val="50000"/>
              </a:spcBef>
              <a:spcAft>
                <a:spcPct val="0"/>
              </a:spcAft>
              <a:defRPr b="1">
                <a:solidFill>
                  <a:schemeClr val="tx1"/>
                </a:solidFill>
                <a:latin typeface="Arial" charset="0"/>
              </a:defRPr>
            </a:lvl8pPr>
            <a:lvl9pPr marL="3886200" indent="-228600" algn="ctr" eaLnBrk="0" fontAlgn="base" hangingPunct="0">
              <a:lnSpc>
                <a:spcPct val="106000"/>
              </a:lnSpc>
              <a:spcBef>
                <a:spcPct val="50000"/>
              </a:spcBef>
              <a:spcAft>
                <a:spcPct val="0"/>
              </a:spcAft>
              <a:defRPr b="1">
                <a:solidFill>
                  <a:schemeClr val="tx1"/>
                </a:solidFill>
                <a:latin typeface="Arial" charset="0"/>
              </a:defRPr>
            </a:lvl9pPr>
          </a:lstStyle>
          <a:p>
            <a:pPr algn="ctr" defTabSz="913866" eaLnBrk="0" fontAlgn="base" hangingPunct="0">
              <a:lnSpc>
                <a:spcPct val="106000"/>
              </a:lnSpc>
              <a:spcBef>
                <a:spcPct val="0"/>
              </a:spcBef>
              <a:spcAft>
                <a:spcPct val="0"/>
              </a:spcAft>
              <a:buClr>
                <a:srgbClr val="000000"/>
              </a:buClr>
              <a:buSzPct val="65000"/>
              <a:buFont typeface="Wingdings" pitchFamily="2" charset="2"/>
              <a:buNone/>
            </a:pPr>
            <a:r>
              <a:rPr lang="en-US" sz="1300" b="0" dirty="0">
                <a:solidFill>
                  <a:srgbClr val="000000"/>
                </a:solidFill>
              </a:rPr>
              <a:t>- </a:t>
            </a:r>
            <a:fld id="{AFC8C86E-9210-4089-B58E-33388388BE58}" type="slidenum">
              <a:rPr lang="en-US" sz="1300" b="0" smtClean="0">
                <a:solidFill>
                  <a:srgbClr val="000000"/>
                </a:solidFill>
              </a:rPr>
              <a:pPr algn="ctr" defTabSz="913866" eaLnBrk="0" fontAlgn="base" hangingPunct="0">
                <a:lnSpc>
                  <a:spcPct val="106000"/>
                </a:lnSpc>
                <a:spcBef>
                  <a:spcPct val="0"/>
                </a:spcBef>
                <a:spcAft>
                  <a:spcPct val="0"/>
                </a:spcAft>
                <a:buClr>
                  <a:srgbClr val="000000"/>
                </a:buClr>
                <a:buSzPct val="65000"/>
                <a:buFont typeface="Wingdings" pitchFamily="2" charset="2"/>
                <a:buNone/>
              </a:pPr>
              <a:t>‹#›</a:t>
            </a:fld>
            <a:r>
              <a:rPr lang="en-US" sz="1300" b="0" dirty="0">
                <a:solidFill>
                  <a:srgbClr val="000000"/>
                </a:solidFill>
              </a:rPr>
              <a:t> -</a:t>
            </a:r>
          </a:p>
        </p:txBody>
      </p:sp>
    </p:spTree>
    <p:extLst>
      <p:ext uri="{BB962C8B-B14F-4D97-AF65-F5344CB8AC3E}">
        <p14:creationId xmlns:p14="http://schemas.microsoft.com/office/powerpoint/2010/main" val="1140519920"/>
      </p:ext>
    </p:extLst>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 id="2147483688" r:id="rId12"/>
    <p:sldLayoutId id="2147483689" r:id="rId13"/>
  </p:sldLayoutIdLst>
  <p:txStyles>
    <p:titleStyle>
      <a:lvl1pPr algn="l" rtl="0" eaLnBrk="0" fontAlgn="base" hangingPunct="0">
        <a:spcBef>
          <a:spcPct val="0"/>
        </a:spcBef>
        <a:spcAft>
          <a:spcPct val="0"/>
        </a:spcAft>
        <a:defRPr sz="2700" b="1">
          <a:solidFill>
            <a:schemeClr val="tx1"/>
          </a:solidFill>
          <a:latin typeface="+mj-lt"/>
          <a:ea typeface="+mj-ea"/>
          <a:cs typeface="+mj-cs"/>
        </a:defRPr>
      </a:lvl1pPr>
      <a:lvl2pPr algn="l" rtl="0" eaLnBrk="0" fontAlgn="base" hangingPunct="0">
        <a:spcBef>
          <a:spcPct val="0"/>
        </a:spcBef>
        <a:spcAft>
          <a:spcPct val="0"/>
        </a:spcAft>
        <a:defRPr sz="2700" b="1">
          <a:solidFill>
            <a:schemeClr val="tx1"/>
          </a:solidFill>
          <a:latin typeface="Arial" charset="0"/>
        </a:defRPr>
      </a:lvl2pPr>
      <a:lvl3pPr algn="l" rtl="0" eaLnBrk="0" fontAlgn="base" hangingPunct="0">
        <a:spcBef>
          <a:spcPct val="0"/>
        </a:spcBef>
        <a:spcAft>
          <a:spcPct val="0"/>
        </a:spcAft>
        <a:defRPr sz="2700" b="1">
          <a:solidFill>
            <a:schemeClr val="tx1"/>
          </a:solidFill>
          <a:latin typeface="Arial" charset="0"/>
        </a:defRPr>
      </a:lvl3pPr>
      <a:lvl4pPr algn="l" rtl="0" eaLnBrk="0" fontAlgn="base" hangingPunct="0">
        <a:spcBef>
          <a:spcPct val="0"/>
        </a:spcBef>
        <a:spcAft>
          <a:spcPct val="0"/>
        </a:spcAft>
        <a:defRPr sz="2700" b="1">
          <a:solidFill>
            <a:schemeClr val="tx1"/>
          </a:solidFill>
          <a:latin typeface="Arial" charset="0"/>
        </a:defRPr>
      </a:lvl4pPr>
      <a:lvl5pPr algn="l" rtl="0" eaLnBrk="0" fontAlgn="base" hangingPunct="0">
        <a:spcBef>
          <a:spcPct val="0"/>
        </a:spcBef>
        <a:spcAft>
          <a:spcPct val="0"/>
        </a:spcAft>
        <a:defRPr sz="2700" b="1">
          <a:solidFill>
            <a:schemeClr val="tx1"/>
          </a:solidFill>
          <a:latin typeface="Arial" charset="0"/>
        </a:defRPr>
      </a:lvl5pPr>
      <a:lvl6pPr marL="509115" algn="l" rtl="0" fontAlgn="base">
        <a:spcBef>
          <a:spcPct val="0"/>
        </a:spcBef>
        <a:spcAft>
          <a:spcPct val="0"/>
        </a:spcAft>
        <a:defRPr sz="2700" b="1">
          <a:solidFill>
            <a:schemeClr val="tx1"/>
          </a:solidFill>
          <a:latin typeface="Arial" charset="0"/>
        </a:defRPr>
      </a:lvl6pPr>
      <a:lvl7pPr marL="1018228" algn="l" rtl="0" fontAlgn="base">
        <a:spcBef>
          <a:spcPct val="0"/>
        </a:spcBef>
        <a:spcAft>
          <a:spcPct val="0"/>
        </a:spcAft>
        <a:defRPr sz="2700" b="1">
          <a:solidFill>
            <a:schemeClr val="tx1"/>
          </a:solidFill>
          <a:latin typeface="Arial" charset="0"/>
        </a:defRPr>
      </a:lvl7pPr>
      <a:lvl8pPr marL="1527344" algn="l" rtl="0" fontAlgn="base">
        <a:spcBef>
          <a:spcPct val="0"/>
        </a:spcBef>
        <a:spcAft>
          <a:spcPct val="0"/>
        </a:spcAft>
        <a:defRPr sz="2700" b="1">
          <a:solidFill>
            <a:schemeClr val="tx1"/>
          </a:solidFill>
          <a:latin typeface="Arial" charset="0"/>
        </a:defRPr>
      </a:lvl8pPr>
      <a:lvl9pPr marL="2036458" algn="l" rtl="0" fontAlgn="base">
        <a:spcBef>
          <a:spcPct val="0"/>
        </a:spcBef>
        <a:spcAft>
          <a:spcPct val="0"/>
        </a:spcAft>
        <a:defRPr sz="2700" b="1">
          <a:solidFill>
            <a:schemeClr val="tx1"/>
          </a:solidFill>
          <a:latin typeface="Arial" charset="0"/>
        </a:defRPr>
      </a:lvl9pPr>
    </p:titleStyle>
    <p:bodyStyle>
      <a:lvl1pPr marL="381835" indent="-381835" algn="l" rtl="0" eaLnBrk="0" fontAlgn="base" hangingPunct="0">
        <a:lnSpc>
          <a:spcPct val="106000"/>
        </a:lnSpc>
        <a:spcBef>
          <a:spcPct val="40000"/>
        </a:spcBef>
        <a:spcAft>
          <a:spcPct val="0"/>
        </a:spcAft>
        <a:buClr>
          <a:schemeClr val="tx1"/>
        </a:buClr>
        <a:buSzPct val="80000"/>
        <a:buFont typeface="Wingdings" pitchFamily="2" charset="2"/>
        <a:defRPr>
          <a:solidFill>
            <a:schemeClr val="tx1"/>
          </a:solidFill>
          <a:latin typeface="+mn-lt"/>
          <a:ea typeface="+mn-ea"/>
          <a:cs typeface="+mn-cs"/>
        </a:defRPr>
      </a:lvl1pPr>
      <a:lvl2pPr marL="252792" indent="-251024" algn="l" rtl="0" eaLnBrk="0" fontAlgn="base" hangingPunct="0">
        <a:lnSpc>
          <a:spcPct val="106000"/>
        </a:lnSpc>
        <a:spcBef>
          <a:spcPct val="40000"/>
        </a:spcBef>
        <a:spcAft>
          <a:spcPct val="0"/>
        </a:spcAft>
        <a:buClr>
          <a:schemeClr val="tx1"/>
        </a:buClr>
        <a:buFont typeface="Wingdings" pitchFamily="2" charset="2"/>
        <a:buChar char="§"/>
        <a:defRPr>
          <a:solidFill>
            <a:schemeClr val="tx1"/>
          </a:solidFill>
          <a:latin typeface="+mn-lt"/>
        </a:defRPr>
      </a:lvl2pPr>
      <a:lvl3pPr marL="509115" indent="-254556" algn="l" rtl="0" eaLnBrk="0" fontAlgn="base" hangingPunct="0">
        <a:lnSpc>
          <a:spcPct val="106000"/>
        </a:lnSpc>
        <a:spcBef>
          <a:spcPct val="20000"/>
        </a:spcBef>
        <a:spcAft>
          <a:spcPct val="0"/>
        </a:spcAft>
        <a:buClr>
          <a:schemeClr val="tx1"/>
        </a:buClr>
        <a:buFont typeface="Arial" charset="0"/>
        <a:buChar char="–"/>
        <a:defRPr sz="1800">
          <a:solidFill>
            <a:schemeClr val="tx1"/>
          </a:solidFill>
          <a:latin typeface="+mn-lt"/>
        </a:defRPr>
      </a:lvl3pPr>
      <a:lvl4pPr marL="758369" indent="-247486" algn="l" rtl="0" eaLnBrk="0" fontAlgn="base" hangingPunct="0">
        <a:lnSpc>
          <a:spcPct val="106000"/>
        </a:lnSpc>
        <a:spcBef>
          <a:spcPct val="20000"/>
        </a:spcBef>
        <a:spcAft>
          <a:spcPct val="0"/>
        </a:spcAft>
        <a:buClr>
          <a:schemeClr val="tx1"/>
        </a:buClr>
        <a:buChar char="•"/>
        <a:defRPr sz="1800">
          <a:solidFill>
            <a:schemeClr val="tx1"/>
          </a:solidFill>
          <a:latin typeface="+mn-lt"/>
        </a:defRPr>
      </a:lvl4pPr>
      <a:lvl5pPr marL="1918016" indent="-263397" algn="l" rtl="0" eaLnBrk="0" fontAlgn="base" hangingPunct="0">
        <a:spcBef>
          <a:spcPct val="20000"/>
        </a:spcBef>
        <a:spcAft>
          <a:spcPct val="0"/>
        </a:spcAft>
        <a:buClr>
          <a:schemeClr val="tx1"/>
        </a:buClr>
        <a:buChar char="–"/>
        <a:defRPr sz="1300">
          <a:solidFill>
            <a:schemeClr val="tx1"/>
          </a:solidFill>
          <a:latin typeface="+mn-lt"/>
        </a:defRPr>
      </a:lvl5pPr>
      <a:lvl6pPr marL="2427137" indent="-263397" algn="l" rtl="0" fontAlgn="base">
        <a:spcBef>
          <a:spcPct val="20000"/>
        </a:spcBef>
        <a:spcAft>
          <a:spcPct val="0"/>
        </a:spcAft>
        <a:buClr>
          <a:schemeClr val="tx1"/>
        </a:buClr>
        <a:buChar char="–"/>
        <a:defRPr sz="1300">
          <a:solidFill>
            <a:schemeClr val="tx1"/>
          </a:solidFill>
          <a:latin typeface="+mn-lt"/>
        </a:defRPr>
      </a:lvl6pPr>
      <a:lvl7pPr marL="2936248" indent="-263397" algn="l" rtl="0" fontAlgn="base">
        <a:spcBef>
          <a:spcPct val="20000"/>
        </a:spcBef>
        <a:spcAft>
          <a:spcPct val="0"/>
        </a:spcAft>
        <a:buClr>
          <a:schemeClr val="tx1"/>
        </a:buClr>
        <a:buChar char="–"/>
        <a:defRPr sz="1300">
          <a:solidFill>
            <a:schemeClr val="tx1"/>
          </a:solidFill>
          <a:latin typeface="+mn-lt"/>
        </a:defRPr>
      </a:lvl7pPr>
      <a:lvl8pPr marL="3445362" indent="-263397" algn="l" rtl="0" fontAlgn="base">
        <a:spcBef>
          <a:spcPct val="20000"/>
        </a:spcBef>
        <a:spcAft>
          <a:spcPct val="0"/>
        </a:spcAft>
        <a:buClr>
          <a:schemeClr val="tx1"/>
        </a:buClr>
        <a:buChar char="–"/>
        <a:defRPr sz="1300">
          <a:solidFill>
            <a:schemeClr val="tx1"/>
          </a:solidFill>
          <a:latin typeface="+mn-lt"/>
        </a:defRPr>
      </a:lvl8pPr>
      <a:lvl9pPr marL="3954475" indent="-263397" algn="l" rtl="0" fontAlgn="base">
        <a:spcBef>
          <a:spcPct val="20000"/>
        </a:spcBef>
        <a:spcAft>
          <a:spcPct val="0"/>
        </a:spcAft>
        <a:buClr>
          <a:schemeClr val="tx1"/>
        </a:buClr>
        <a:buChar char="–"/>
        <a:defRPr sz="1300">
          <a:solidFill>
            <a:schemeClr val="tx1"/>
          </a:solidFill>
          <a:latin typeface="+mn-lt"/>
        </a:defRPr>
      </a:lvl9pPr>
    </p:bodyStyle>
    <p:otherStyle>
      <a:defPPr>
        <a:defRPr lang="en-US"/>
      </a:defPPr>
      <a:lvl1pPr marL="0" algn="l" defTabSz="1018228" rtl="0" eaLnBrk="1" latinLnBrk="0" hangingPunct="1">
        <a:defRPr sz="2000" kern="1200">
          <a:solidFill>
            <a:schemeClr val="tx1"/>
          </a:solidFill>
          <a:latin typeface="+mn-lt"/>
          <a:ea typeface="+mn-ea"/>
          <a:cs typeface="+mn-cs"/>
        </a:defRPr>
      </a:lvl1pPr>
      <a:lvl2pPr marL="509115" algn="l" defTabSz="1018228" rtl="0" eaLnBrk="1" latinLnBrk="0" hangingPunct="1">
        <a:defRPr sz="2000" kern="1200">
          <a:solidFill>
            <a:schemeClr val="tx1"/>
          </a:solidFill>
          <a:latin typeface="+mn-lt"/>
          <a:ea typeface="+mn-ea"/>
          <a:cs typeface="+mn-cs"/>
        </a:defRPr>
      </a:lvl2pPr>
      <a:lvl3pPr marL="1018228" algn="l" defTabSz="1018228" rtl="0" eaLnBrk="1" latinLnBrk="0" hangingPunct="1">
        <a:defRPr sz="2000" kern="1200">
          <a:solidFill>
            <a:schemeClr val="tx1"/>
          </a:solidFill>
          <a:latin typeface="+mn-lt"/>
          <a:ea typeface="+mn-ea"/>
          <a:cs typeface="+mn-cs"/>
        </a:defRPr>
      </a:lvl3pPr>
      <a:lvl4pPr marL="1527344" algn="l" defTabSz="1018228" rtl="0" eaLnBrk="1" latinLnBrk="0" hangingPunct="1">
        <a:defRPr sz="2000" kern="1200">
          <a:solidFill>
            <a:schemeClr val="tx1"/>
          </a:solidFill>
          <a:latin typeface="+mn-lt"/>
          <a:ea typeface="+mn-ea"/>
          <a:cs typeface="+mn-cs"/>
        </a:defRPr>
      </a:lvl4pPr>
      <a:lvl5pPr marL="2036458" algn="l" defTabSz="1018228" rtl="0" eaLnBrk="1" latinLnBrk="0" hangingPunct="1">
        <a:defRPr sz="2000" kern="1200">
          <a:solidFill>
            <a:schemeClr val="tx1"/>
          </a:solidFill>
          <a:latin typeface="+mn-lt"/>
          <a:ea typeface="+mn-ea"/>
          <a:cs typeface="+mn-cs"/>
        </a:defRPr>
      </a:lvl5pPr>
      <a:lvl6pPr marL="2545574" algn="l" defTabSz="1018228" rtl="0" eaLnBrk="1" latinLnBrk="0" hangingPunct="1">
        <a:defRPr sz="2000" kern="1200">
          <a:solidFill>
            <a:schemeClr val="tx1"/>
          </a:solidFill>
          <a:latin typeface="+mn-lt"/>
          <a:ea typeface="+mn-ea"/>
          <a:cs typeface="+mn-cs"/>
        </a:defRPr>
      </a:lvl6pPr>
      <a:lvl7pPr marL="3054686" algn="l" defTabSz="1018228" rtl="0" eaLnBrk="1" latinLnBrk="0" hangingPunct="1">
        <a:defRPr sz="2000" kern="1200">
          <a:solidFill>
            <a:schemeClr val="tx1"/>
          </a:solidFill>
          <a:latin typeface="+mn-lt"/>
          <a:ea typeface="+mn-ea"/>
          <a:cs typeface="+mn-cs"/>
        </a:defRPr>
      </a:lvl7pPr>
      <a:lvl8pPr marL="3563802" algn="l" defTabSz="1018228" rtl="0" eaLnBrk="1" latinLnBrk="0" hangingPunct="1">
        <a:defRPr sz="2000" kern="1200">
          <a:solidFill>
            <a:schemeClr val="tx1"/>
          </a:solidFill>
          <a:latin typeface="+mn-lt"/>
          <a:ea typeface="+mn-ea"/>
          <a:cs typeface="+mn-cs"/>
        </a:defRPr>
      </a:lvl8pPr>
      <a:lvl9pPr marL="4072914" algn="l" defTabSz="1018228" rtl="0" eaLnBrk="1" latinLnBrk="0" hangingPunct="1">
        <a:defRPr sz="20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Text Placeholder 15"/>
          <p:cNvSpPr>
            <a:spLocks noGrp="1"/>
          </p:cNvSpPr>
          <p:nvPr>
            <p:ph type="body" idx="1"/>
          </p:nvPr>
        </p:nvSpPr>
        <p:spPr bwMode="gray">
          <a:xfrm>
            <a:off x="452628" y="1586865"/>
            <a:ext cx="9163202" cy="1697559"/>
          </a:xfrm>
          <a:prstGeom prst="rect">
            <a:avLst/>
          </a:prstGeom>
        </p:spPr>
        <p:txBody>
          <a:bodyPr vert="horz"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7" name="Picture 2" descr="DEL_COL"/>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a:fillRect/>
          </a:stretch>
        </p:blipFill>
        <p:spPr bwMode="gray">
          <a:xfrm>
            <a:off x="436563" y="7502525"/>
            <a:ext cx="976154" cy="187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3"/>
          <p:cNvSpPr>
            <a:spLocks noGrp="1" noChangeArrowheads="1"/>
          </p:cNvSpPr>
          <p:nvPr>
            <p:ph type="title"/>
          </p:nvPr>
        </p:nvSpPr>
        <p:spPr bwMode="gray">
          <a:xfrm>
            <a:off x="440055" y="462387"/>
            <a:ext cx="9171305" cy="4138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b" anchorCtr="0" compatLnSpc="1">
            <a:prstTxWarp prst="textNoShape">
              <a:avLst/>
            </a:prstTxWarp>
          </a:bodyPr>
          <a:lstStyle/>
          <a:p>
            <a:pPr lvl="0"/>
            <a:r>
              <a:rPr lang="en-US"/>
              <a:t>Click to Edit Master Title Style</a:t>
            </a:r>
          </a:p>
        </p:txBody>
      </p:sp>
      <p:sp>
        <p:nvSpPr>
          <p:cNvPr id="9" name="Text Box 5"/>
          <p:cNvSpPr txBox="1">
            <a:spLocks noChangeArrowheads="1"/>
          </p:cNvSpPr>
          <p:nvPr userDrawn="1"/>
        </p:nvSpPr>
        <p:spPr bwMode="gray">
          <a:xfrm>
            <a:off x="4824893" y="7504582"/>
            <a:ext cx="410369" cy="212046"/>
          </a:xfrm>
          <a:prstGeom prst="rect">
            <a:avLst/>
          </a:prstGeom>
          <a:noFill/>
          <a:ln>
            <a:noFill/>
          </a:ln>
          <a:effectLst>
            <a:prstShdw prst="shdw17" dist="17961" dir="2700000">
              <a:srgbClr val="858585"/>
            </a:prstShdw>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Lst>
        </p:spPr>
        <p:txBody>
          <a:bodyPr wrap="none" lIns="0" tIns="0" rIns="0" bIns="0" anchor="b" anchorCtr="1">
            <a:spAutoFit/>
          </a:bodyPr>
          <a:lstStyle>
            <a:lvl1pPr>
              <a:defRPr b="1">
                <a:solidFill>
                  <a:schemeClr val="tx1"/>
                </a:solidFill>
                <a:latin typeface="Arial" charset="0"/>
              </a:defRPr>
            </a:lvl1pPr>
            <a:lvl2pPr marL="742950" indent="-285750">
              <a:defRPr b="1">
                <a:solidFill>
                  <a:schemeClr val="tx1"/>
                </a:solidFill>
                <a:latin typeface="Arial" charset="0"/>
              </a:defRPr>
            </a:lvl2pPr>
            <a:lvl3pPr marL="1143000" indent="-228600">
              <a:defRPr b="1">
                <a:solidFill>
                  <a:schemeClr val="tx1"/>
                </a:solidFill>
                <a:latin typeface="Arial" charset="0"/>
              </a:defRPr>
            </a:lvl3pPr>
            <a:lvl4pPr marL="1600200" indent="-228600">
              <a:defRPr b="1">
                <a:solidFill>
                  <a:schemeClr val="tx1"/>
                </a:solidFill>
                <a:latin typeface="Arial" charset="0"/>
              </a:defRPr>
            </a:lvl4pPr>
            <a:lvl5pPr marL="2057400" indent="-228600">
              <a:defRPr b="1">
                <a:solidFill>
                  <a:schemeClr val="tx1"/>
                </a:solidFill>
                <a:latin typeface="Arial" charset="0"/>
              </a:defRPr>
            </a:lvl5pPr>
            <a:lvl6pPr marL="2514600" indent="-228600" algn="ctr" eaLnBrk="0" fontAlgn="base" hangingPunct="0">
              <a:lnSpc>
                <a:spcPct val="106000"/>
              </a:lnSpc>
              <a:spcBef>
                <a:spcPct val="50000"/>
              </a:spcBef>
              <a:spcAft>
                <a:spcPct val="0"/>
              </a:spcAft>
              <a:defRPr b="1">
                <a:solidFill>
                  <a:schemeClr val="tx1"/>
                </a:solidFill>
                <a:latin typeface="Arial" charset="0"/>
              </a:defRPr>
            </a:lvl6pPr>
            <a:lvl7pPr marL="2971800" indent="-228600" algn="ctr" eaLnBrk="0" fontAlgn="base" hangingPunct="0">
              <a:lnSpc>
                <a:spcPct val="106000"/>
              </a:lnSpc>
              <a:spcBef>
                <a:spcPct val="50000"/>
              </a:spcBef>
              <a:spcAft>
                <a:spcPct val="0"/>
              </a:spcAft>
              <a:defRPr b="1">
                <a:solidFill>
                  <a:schemeClr val="tx1"/>
                </a:solidFill>
                <a:latin typeface="Arial" charset="0"/>
              </a:defRPr>
            </a:lvl7pPr>
            <a:lvl8pPr marL="3429000" indent="-228600" algn="ctr" eaLnBrk="0" fontAlgn="base" hangingPunct="0">
              <a:lnSpc>
                <a:spcPct val="106000"/>
              </a:lnSpc>
              <a:spcBef>
                <a:spcPct val="50000"/>
              </a:spcBef>
              <a:spcAft>
                <a:spcPct val="0"/>
              </a:spcAft>
              <a:defRPr b="1">
                <a:solidFill>
                  <a:schemeClr val="tx1"/>
                </a:solidFill>
                <a:latin typeface="Arial" charset="0"/>
              </a:defRPr>
            </a:lvl8pPr>
            <a:lvl9pPr marL="3886200" indent="-228600" algn="ctr" eaLnBrk="0" fontAlgn="base" hangingPunct="0">
              <a:lnSpc>
                <a:spcPct val="106000"/>
              </a:lnSpc>
              <a:spcBef>
                <a:spcPct val="50000"/>
              </a:spcBef>
              <a:spcAft>
                <a:spcPct val="0"/>
              </a:spcAft>
              <a:defRPr b="1">
                <a:solidFill>
                  <a:schemeClr val="tx1"/>
                </a:solidFill>
                <a:latin typeface="Arial" charset="0"/>
              </a:defRPr>
            </a:lvl9pPr>
          </a:lstStyle>
          <a:p>
            <a:pPr algn="ctr" defTabSz="913866" eaLnBrk="0" fontAlgn="base" hangingPunct="0">
              <a:lnSpc>
                <a:spcPct val="106000"/>
              </a:lnSpc>
              <a:spcBef>
                <a:spcPct val="0"/>
              </a:spcBef>
              <a:spcAft>
                <a:spcPct val="0"/>
              </a:spcAft>
              <a:buClr>
                <a:srgbClr val="000000"/>
              </a:buClr>
              <a:buSzPct val="65000"/>
              <a:buFont typeface="Wingdings" pitchFamily="2" charset="2"/>
              <a:buNone/>
            </a:pPr>
            <a:r>
              <a:rPr lang="en-US" sz="1300" b="0" dirty="0">
                <a:solidFill>
                  <a:srgbClr val="000000"/>
                </a:solidFill>
              </a:rPr>
              <a:t>- </a:t>
            </a:r>
            <a:fld id="{AFC8C86E-9210-4089-B58E-33388388BE58}" type="slidenum">
              <a:rPr lang="en-US" sz="1300" b="0" smtClean="0">
                <a:solidFill>
                  <a:srgbClr val="000000"/>
                </a:solidFill>
              </a:rPr>
              <a:pPr algn="ctr" defTabSz="913866" eaLnBrk="0" fontAlgn="base" hangingPunct="0">
                <a:lnSpc>
                  <a:spcPct val="106000"/>
                </a:lnSpc>
                <a:spcBef>
                  <a:spcPct val="0"/>
                </a:spcBef>
                <a:spcAft>
                  <a:spcPct val="0"/>
                </a:spcAft>
                <a:buClr>
                  <a:srgbClr val="000000"/>
                </a:buClr>
                <a:buSzPct val="65000"/>
                <a:buFont typeface="Wingdings" pitchFamily="2" charset="2"/>
                <a:buNone/>
              </a:pPr>
              <a:t>‹#›</a:t>
            </a:fld>
            <a:r>
              <a:rPr lang="en-US" sz="1300" b="0" dirty="0">
                <a:solidFill>
                  <a:srgbClr val="000000"/>
                </a:solidFill>
              </a:rPr>
              <a:t> -</a:t>
            </a:r>
          </a:p>
        </p:txBody>
      </p:sp>
    </p:spTree>
    <p:extLst>
      <p:ext uri="{BB962C8B-B14F-4D97-AF65-F5344CB8AC3E}">
        <p14:creationId xmlns:p14="http://schemas.microsoft.com/office/powerpoint/2010/main" val="2242481423"/>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Lst>
  <p:hf hdr="0" dt="0"/>
  <p:txStyles>
    <p:titleStyle>
      <a:lvl1pPr algn="l" rtl="0" eaLnBrk="1" fontAlgn="base" hangingPunct="1">
        <a:lnSpc>
          <a:spcPts val="2897"/>
        </a:lnSpc>
        <a:spcBef>
          <a:spcPct val="0"/>
        </a:spcBef>
        <a:spcAft>
          <a:spcPct val="0"/>
        </a:spcAft>
        <a:defRPr kumimoji="0" lang="en-US" sz="2700" b="1" i="0" u="none" strike="noStrike" kern="1200" cap="none" spc="0" normalizeH="0" baseline="0" noProof="0" dirty="0" smtClean="0">
          <a:ln>
            <a:noFill/>
          </a:ln>
          <a:solidFill>
            <a:srgbClr val="000000"/>
          </a:solidFill>
          <a:effectLst/>
          <a:uLnTx/>
          <a:uFillTx/>
          <a:latin typeface="+mj-lt"/>
          <a:ea typeface="+mj-ea"/>
          <a:cs typeface="+mj-cs"/>
        </a:defRPr>
      </a:lvl1pPr>
      <a:lvl2pPr algn="l" rtl="0" eaLnBrk="1" fontAlgn="base" hangingPunct="1">
        <a:lnSpc>
          <a:spcPct val="90000"/>
        </a:lnSpc>
        <a:spcBef>
          <a:spcPct val="0"/>
        </a:spcBef>
        <a:spcAft>
          <a:spcPct val="0"/>
        </a:spcAft>
        <a:defRPr b="1">
          <a:solidFill>
            <a:schemeClr val="tx1"/>
          </a:solidFill>
          <a:latin typeface="Arial" charset="0"/>
        </a:defRPr>
      </a:lvl2pPr>
      <a:lvl3pPr algn="l" rtl="0" eaLnBrk="1" fontAlgn="base" hangingPunct="1">
        <a:lnSpc>
          <a:spcPct val="90000"/>
        </a:lnSpc>
        <a:spcBef>
          <a:spcPct val="0"/>
        </a:spcBef>
        <a:spcAft>
          <a:spcPct val="0"/>
        </a:spcAft>
        <a:defRPr b="1">
          <a:solidFill>
            <a:schemeClr val="tx1"/>
          </a:solidFill>
          <a:latin typeface="Arial" charset="0"/>
        </a:defRPr>
      </a:lvl3pPr>
      <a:lvl4pPr algn="l" rtl="0" eaLnBrk="1" fontAlgn="base" hangingPunct="1">
        <a:lnSpc>
          <a:spcPct val="90000"/>
        </a:lnSpc>
        <a:spcBef>
          <a:spcPct val="0"/>
        </a:spcBef>
        <a:spcAft>
          <a:spcPct val="0"/>
        </a:spcAft>
        <a:defRPr b="1">
          <a:solidFill>
            <a:schemeClr val="tx1"/>
          </a:solidFill>
          <a:latin typeface="Arial" charset="0"/>
        </a:defRPr>
      </a:lvl4pPr>
      <a:lvl5pPr algn="l" rtl="0" eaLnBrk="1" fontAlgn="base" hangingPunct="1">
        <a:lnSpc>
          <a:spcPct val="90000"/>
        </a:lnSpc>
        <a:spcBef>
          <a:spcPct val="0"/>
        </a:spcBef>
        <a:spcAft>
          <a:spcPct val="0"/>
        </a:spcAft>
        <a:defRPr b="1">
          <a:solidFill>
            <a:schemeClr val="tx1"/>
          </a:solidFill>
          <a:latin typeface="Arial" charset="0"/>
        </a:defRPr>
      </a:lvl5pPr>
      <a:lvl6pPr marL="509412" algn="l" rtl="0" eaLnBrk="1" fontAlgn="base" hangingPunct="1">
        <a:spcBef>
          <a:spcPct val="0"/>
        </a:spcBef>
        <a:spcAft>
          <a:spcPct val="0"/>
        </a:spcAft>
        <a:defRPr sz="2700" b="1">
          <a:solidFill>
            <a:schemeClr val="accent1"/>
          </a:solidFill>
          <a:latin typeface="Arial" charset="0"/>
        </a:defRPr>
      </a:lvl6pPr>
      <a:lvl7pPr marL="1018824" algn="l" rtl="0" eaLnBrk="1" fontAlgn="base" hangingPunct="1">
        <a:spcBef>
          <a:spcPct val="0"/>
        </a:spcBef>
        <a:spcAft>
          <a:spcPct val="0"/>
        </a:spcAft>
        <a:defRPr sz="2700" b="1">
          <a:solidFill>
            <a:schemeClr val="accent1"/>
          </a:solidFill>
          <a:latin typeface="Arial" charset="0"/>
        </a:defRPr>
      </a:lvl7pPr>
      <a:lvl8pPr marL="1528237" algn="l" rtl="0" eaLnBrk="1" fontAlgn="base" hangingPunct="1">
        <a:spcBef>
          <a:spcPct val="0"/>
        </a:spcBef>
        <a:spcAft>
          <a:spcPct val="0"/>
        </a:spcAft>
        <a:defRPr sz="2700" b="1">
          <a:solidFill>
            <a:schemeClr val="accent1"/>
          </a:solidFill>
          <a:latin typeface="Arial" charset="0"/>
        </a:defRPr>
      </a:lvl8pPr>
      <a:lvl9pPr marL="2037649" algn="l" rtl="0" eaLnBrk="1" fontAlgn="base" hangingPunct="1">
        <a:spcBef>
          <a:spcPct val="0"/>
        </a:spcBef>
        <a:spcAft>
          <a:spcPct val="0"/>
        </a:spcAft>
        <a:defRPr sz="2700" b="1">
          <a:solidFill>
            <a:schemeClr val="accent1"/>
          </a:solidFill>
          <a:latin typeface="Arial" charset="0"/>
        </a:defRPr>
      </a:lvl9pPr>
    </p:titleStyle>
    <p:bodyStyle>
      <a:lvl1pPr marR="0" indent="0" algn="l" defTabSz="1018824" rtl="0" eaLnBrk="1" fontAlgn="base" latinLnBrk="0" hangingPunct="1">
        <a:lnSpc>
          <a:spcPct val="100000"/>
        </a:lnSpc>
        <a:spcBef>
          <a:spcPts val="2451"/>
        </a:spcBef>
        <a:spcAft>
          <a:spcPct val="0"/>
        </a:spcAft>
        <a:buFont typeface="Arial" pitchFamily="34" charset="0"/>
        <a:tabLst/>
        <a:defRPr kumimoji="0" lang="en-US" sz="2000" b="0" i="0" u="none" strike="noStrike" kern="1200" cap="none" normalizeH="0" baseline="0" dirty="0" smtClean="0">
          <a:ln>
            <a:noFill/>
          </a:ln>
          <a:solidFill>
            <a:srgbClr val="000000"/>
          </a:solidFill>
          <a:effectLst/>
          <a:latin typeface="+mn-lt"/>
          <a:ea typeface="+mn-ea"/>
          <a:cs typeface="Arial" pitchFamily="34" charset="0"/>
        </a:defRPr>
      </a:lvl1pPr>
      <a:lvl2pPr marL="194567" marR="0" indent="-194567" algn="l" defTabSz="1018824" rtl="0" eaLnBrk="1" fontAlgn="base" latinLnBrk="0" hangingPunct="1">
        <a:lnSpc>
          <a:spcPct val="100000"/>
        </a:lnSpc>
        <a:spcBef>
          <a:spcPts val="446"/>
        </a:spcBef>
        <a:spcAft>
          <a:spcPct val="0"/>
        </a:spcAft>
        <a:buFont typeface="Arial" pitchFamily="34" charset="0"/>
        <a:buChar char="•"/>
        <a:tabLst/>
        <a:defRPr kumimoji="0" lang="en-US" sz="2000" b="0" i="0" u="none" strike="noStrike" kern="1200" cap="none" normalizeH="0" baseline="0" dirty="0" smtClean="0">
          <a:ln>
            <a:noFill/>
          </a:ln>
          <a:solidFill>
            <a:srgbClr val="000000"/>
          </a:solidFill>
          <a:effectLst/>
          <a:latin typeface="+mn-lt"/>
          <a:ea typeface="+mn-ea"/>
          <a:cs typeface="Arial" pitchFamily="34" charset="0"/>
        </a:defRPr>
      </a:lvl2pPr>
      <a:lvl3pPr marL="380291" indent="-191030" algn="l" rtl="0" eaLnBrk="1" fontAlgn="base" hangingPunct="1">
        <a:lnSpc>
          <a:spcPct val="100000"/>
        </a:lnSpc>
        <a:spcBef>
          <a:spcPts val="446"/>
        </a:spcBef>
        <a:spcAft>
          <a:spcPct val="0"/>
        </a:spcAft>
        <a:buFont typeface="Arial" pitchFamily="34" charset="0"/>
        <a:buChar char="–"/>
        <a:defRPr lang="en-US" sz="1800" kern="1200" dirty="0" smtClean="0">
          <a:solidFill>
            <a:srgbClr val="000000"/>
          </a:solidFill>
          <a:latin typeface="+mn-lt"/>
          <a:ea typeface="+mn-ea"/>
          <a:cs typeface="+mn-cs"/>
        </a:defRPr>
      </a:lvl3pPr>
      <a:lvl4pPr marL="574858" marR="0" indent="-194567" algn="l" defTabSz="1018824" rtl="0" eaLnBrk="1" fontAlgn="base" latinLnBrk="0" hangingPunct="1">
        <a:lnSpc>
          <a:spcPct val="100000"/>
        </a:lnSpc>
        <a:spcBef>
          <a:spcPts val="446"/>
        </a:spcBef>
        <a:spcAft>
          <a:spcPct val="0"/>
        </a:spcAft>
        <a:buFont typeface="Arial" pitchFamily="34" charset="0"/>
        <a:buChar char="•"/>
        <a:tabLst/>
        <a:defRPr kumimoji="0" lang="en-US" sz="1800" b="0" i="0" u="none" strike="noStrike" kern="1200" cap="none" normalizeH="0" baseline="0" dirty="0" smtClean="0">
          <a:ln>
            <a:noFill/>
          </a:ln>
          <a:solidFill>
            <a:srgbClr val="000000"/>
          </a:solidFill>
          <a:effectLst/>
          <a:latin typeface="Arial" pitchFamily="34" charset="0"/>
          <a:ea typeface="+mn-ea"/>
          <a:cs typeface="Arial" pitchFamily="34" charset="0"/>
        </a:defRPr>
      </a:lvl4pPr>
      <a:lvl5pPr marL="767656" marR="0" indent="-192799" algn="l" defTabSz="1018824" rtl="0" eaLnBrk="1" fontAlgn="base" latinLnBrk="0" hangingPunct="1">
        <a:lnSpc>
          <a:spcPct val="100000"/>
        </a:lnSpc>
        <a:spcBef>
          <a:spcPts val="446"/>
        </a:spcBef>
        <a:spcAft>
          <a:spcPct val="0"/>
        </a:spcAft>
        <a:buFont typeface="Arial" pitchFamily="34" charset="0"/>
        <a:buChar char="–"/>
        <a:tabLst/>
        <a:defRPr kumimoji="0" lang="en-US" sz="1800" b="0" i="0" u="none" strike="noStrike" kern="1200" cap="none" normalizeH="0" baseline="0" dirty="0" smtClean="0">
          <a:ln>
            <a:noFill/>
          </a:ln>
          <a:solidFill>
            <a:srgbClr val="000000"/>
          </a:solidFill>
          <a:effectLst/>
          <a:latin typeface="Arial" pitchFamily="34" charset="0"/>
          <a:ea typeface="+mn-ea"/>
          <a:cs typeface="Arial" pitchFamily="34" charset="0"/>
        </a:defRPr>
      </a:lvl5pPr>
      <a:lvl6pPr marL="742893" marR="0" indent="-185724" algn="l" defTabSz="1018824" rtl="0" eaLnBrk="1" fontAlgn="base" latinLnBrk="0" hangingPunct="1">
        <a:lnSpc>
          <a:spcPct val="100000"/>
        </a:lnSpc>
        <a:spcBef>
          <a:spcPts val="446"/>
        </a:spcBef>
        <a:spcAft>
          <a:spcPct val="0"/>
        </a:spcAft>
        <a:buFont typeface="Arial" pitchFamily="34" charset="0"/>
        <a:buChar char="–"/>
        <a:tabLst/>
        <a:defRPr kumimoji="0" lang="en-US" sz="1100" b="0" i="0" u="none" strike="noStrike" kern="1200" cap="none" normalizeH="0" baseline="0" dirty="0" smtClean="0">
          <a:ln>
            <a:noFill/>
          </a:ln>
          <a:solidFill>
            <a:schemeClr val="tx2"/>
          </a:solidFill>
          <a:effectLst/>
          <a:latin typeface="Arial" pitchFamily="34" charset="0"/>
          <a:ea typeface="+mn-ea"/>
          <a:cs typeface="Arial" pitchFamily="34" charset="0"/>
        </a:defRPr>
      </a:lvl6pPr>
      <a:lvl7pPr marL="1202779" indent="-205180" algn="l" defTabSz="1018824" rtl="0" eaLnBrk="1" latinLnBrk="0" hangingPunct="1">
        <a:spcBef>
          <a:spcPts val="0"/>
        </a:spcBef>
        <a:spcAft>
          <a:spcPts val="334"/>
        </a:spcAft>
        <a:buFont typeface="Arial" pitchFamily="34" charset="0"/>
        <a:buChar char="‒"/>
        <a:defRPr sz="1600" kern="1200">
          <a:solidFill>
            <a:schemeClr val="accent1"/>
          </a:solidFill>
          <a:latin typeface="+mn-lt"/>
          <a:ea typeface="+mn-ea"/>
          <a:cs typeface="+mn-cs"/>
        </a:defRPr>
      </a:lvl7pPr>
      <a:lvl8pPr marL="1395578" indent="-192799" algn="l" defTabSz="1018824" rtl="0" eaLnBrk="1" latinLnBrk="0" hangingPunct="1">
        <a:spcBef>
          <a:spcPts val="0"/>
        </a:spcBef>
        <a:spcAft>
          <a:spcPts val="334"/>
        </a:spcAft>
        <a:buFont typeface="Arial" pitchFamily="34" charset="0"/>
        <a:buChar char="•"/>
        <a:defRPr sz="1600" kern="1200">
          <a:solidFill>
            <a:schemeClr val="accent1"/>
          </a:solidFill>
          <a:latin typeface="+mn-lt"/>
          <a:ea typeface="+mn-ea"/>
          <a:cs typeface="+mn-cs"/>
        </a:defRPr>
      </a:lvl8pPr>
      <a:lvl9pPr marL="1598988" indent="-203412" algn="l" defTabSz="1018824" rtl="0" eaLnBrk="1" latinLnBrk="0" hangingPunct="1">
        <a:spcBef>
          <a:spcPts val="0"/>
        </a:spcBef>
        <a:spcAft>
          <a:spcPts val="334"/>
        </a:spcAft>
        <a:buFont typeface="Arial" pitchFamily="34" charset="0"/>
        <a:buChar char="‒"/>
        <a:defRPr sz="1600" kern="1200">
          <a:solidFill>
            <a:schemeClr val="accent1"/>
          </a:solidFill>
          <a:latin typeface="+mn-lt"/>
          <a:ea typeface="+mn-ea"/>
          <a:cs typeface="+mn-cs"/>
        </a:defRPr>
      </a:lvl9pPr>
    </p:bodyStyle>
    <p:otherStyle>
      <a:defPPr>
        <a:defRPr lang="en-US"/>
      </a:defPPr>
      <a:lvl1pPr marL="0" algn="l" defTabSz="1018824" rtl="0" eaLnBrk="1" latinLnBrk="0" hangingPunct="1">
        <a:defRPr sz="2000" kern="1200">
          <a:solidFill>
            <a:schemeClr val="tx1"/>
          </a:solidFill>
          <a:latin typeface="+mn-lt"/>
          <a:ea typeface="+mn-ea"/>
          <a:cs typeface="+mn-cs"/>
        </a:defRPr>
      </a:lvl1pPr>
      <a:lvl2pPr marL="509412" algn="l" defTabSz="1018824" rtl="0" eaLnBrk="1" latinLnBrk="0" hangingPunct="1">
        <a:defRPr sz="2000" kern="1200">
          <a:solidFill>
            <a:schemeClr val="tx1"/>
          </a:solidFill>
          <a:latin typeface="+mn-lt"/>
          <a:ea typeface="+mn-ea"/>
          <a:cs typeface="+mn-cs"/>
        </a:defRPr>
      </a:lvl2pPr>
      <a:lvl3pPr marL="1018824" algn="l" defTabSz="1018824" rtl="0" eaLnBrk="1" latinLnBrk="0" hangingPunct="1">
        <a:defRPr sz="2000" kern="1200">
          <a:solidFill>
            <a:schemeClr val="tx1"/>
          </a:solidFill>
          <a:latin typeface="+mn-lt"/>
          <a:ea typeface="+mn-ea"/>
          <a:cs typeface="+mn-cs"/>
        </a:defRPr>
      </a:lvl3pPr>
      <a:lvl4pPr marL="1528237" algn="l" defTabSz="1018824" rtl="0" eaLnBrk="1" latinLnBrk="0" hangingPunct="1">
        <a:defRPr sz="2000" kern="1200">
          <a:solidFill>
            <a:schemeClr val="tx1"/>
          </a:solidFill>
          <a:latin typeface="+mn-lt"/>
          <a:ea typeface="+mn-ea"/>
          <a:cs typeface="+mn-cs"/>
        </a:defRPr>
      </a:lvl4pPr>
      <a:lvl5pPr marL="2037649" algn="l" defTabSz="1018824" rtl="0" eaLnBrk="1" latinLnBrk="0" hangingPunct="1">
        <a:defRPr sz="2000" kern="1200">
          <a:solidFill>
            <a:schemeClr val="tx1"/>
          </a:solidFill>
          <a:latin typeface="+mn-lt"/>
          <a:ea typeface="+mn-ea"/>
          <a:cs typeface="+mn-cs"/>
        </a:defRPr>
      </a:lvl5pPr>
      <a:lvl6pPr marL="2547061" algn="l" defTabSz="1018824" rtl="0" eaLnBrk="1" latinLnBrk="0" hangingPunct="1">
        <a:defRPr sz="2000" kern="1200">
          <a:solidFill>
            <a:schemeClr val="tx1"/>
          </a:solidFill>
          <a:latin typeface="+mn-lt"/>
          <a:ea typeface="+mn-ea"/>
          <a:cs typeface="+mn-cs"/>
        </a:defRPr>
      </a:lvl6pPr>
      <a:lvl7pPr marL="3056473" algn="l" defTabSz="1018824" rtl="0" eaLnBrk="1" latinLnBrk="0" hangingPunct="1">
        <a:defRPr sz="2000" kern="1200">
          <a:solidFill>
            <a:schemeClr val="tx1"/>
          </a:solidFill>
          <a:latin typeface="+mn-lt"/>
          <a:ea typeface="+mn-ea"/>
          <a:cs typeface="+mn-cs"/>
        </a:defRPr>
      </a:lvl7pPr>
      <a:lvl8pPr marL="3565886" algn="l" defTabSz="1018824" rtl="0" eaLnBrk="1" latinLnBrk="0" hangingPunct="1">
        <a:defRPr sz="2000" kern="1200">
          <a:solidFill>
            <a:schemeClr val="tx1"/>
          </a:solidFill>
          <a:latin typeface="+mn-lt"/>
          <a:ea typeface="+mn-ea"/>
          <a:cs typeface="+mn-cs"/>
        </a:defRPr>
      </a:lvl8pPr>
      <a:lvl9pPr marL="4075298" algn="l" defTabSz="1018824" rtl="0" eaLnBrk="1" latinLnBrk="0" hangingPunct="1">
        <a:defRPr sz="2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hyperlink" Target="http://www.ibm.com/developerworks/rational/library/feb06/eeles/" TargetMode="External"/><Relationship Id="rId1" Type="http://schemas.openxmlformats.org/officeDocument/2006/relationships/slideLayout" Target="../slideLayouts/slideLayout26.xml"/></Relationships>
</file>

<file path=ppt/slides/_rels/slide4.xml.rels><?xml version="1.0" encoding="UTF-8" standalone="yes"?>
<Relationships xmlns="http://schemas.openxmlformats.org/package/2006/relationships"><Relationship Id="rId2" Type="http://schemas.openxmlformats.org/officeDocument/2006/relationships/hyperlink" Target="http://www.ibm.com/developerworks/rational/library/4706.html" TargetMode="External"/><Relationship Id="rId1" Type="http://schemas.openxmlformats.org/officeDocument/2006/relationships/slideLayout" Target="../slideLayouts/slideLayout26.xml"/></Relationships>
</file>

<file path=ppt/slides/_rels/slide5.xml.rels><?xml version="1.0" encoding="UTF-8" standalone="yes"?>
<Relationships xmlns="http://schemas.openxmlformats.org/package/2006/relationships"><Relationship Id="rId2" Type="http://schemas.openxmlformats.org/officeDocument/2006/relationships/hyperlink" Target="http://www.pld.ttu.ee/~kruus/db_is02.pdf" TargetMode="External"/><Relationship Id="rId1" Type="http://schemas.openxmlformats.org/officeDocument/2006/relationships/slideLayout" Target="../slideLayouts/slideLayout26.xml"/></Relationships>
</file>

<file path=ppt/slides/_rels/slide6.xml.rels><?xml version="1.0" encoding="UTF-8" standalone="yes"?>
<Relationships xmlns="http://schemas.openxmlformats.org/package/2006/relationships"><Relationship Id="rId2" Type="http://schemas.openxmlformats.org/officeDocument/2006/relationships/hyperlink" Target="http://www.softwarereality.com/design/early_prototyping.jsp" TargetMode="External"/><Relationship Id="rId1" Type="http://schemas.openxmlformats.org/officeDocument/2006/relationships/slideLayout" Target="../slideLayouts/slideLayout26.xml"/></Relationships>
</file>

<file path=ppt/slides/_rels/slide7.xml.rels><?xml version="1.0" encoding="UTF-8" standalone="yes"?>
<Relationships xmlns="http://schemas.openxmlformats.org/package/2006/relationships"><Relationship Id="rId2" Type="http://schemas.openxmlformats.org/officeDocument/2006/relationships/hyperlink" Target="http://www.agilemodeling.com/essays/modelStorming.htm" TargetMode="External"/><Relationship Id="rId1" Type="http://schemas.openxmlformats.org/officeDocument/2006/relationships/slideLayout" Target="../slideLayouts/slideLayout26.xml"/></Relationships>
</file>

<file path=ppt/slides/_rels/slide8.xml.rels><?xml version="1.0" encoding="UTF-8" standalone="yes"?>
<Relationships xmlns="http://schemas.openxmlformats.org/package/2006/relationships"><Relationship Id="rId2" Type="http://schemas.openxmlformats.org/officeDocument/2006/relationships/hyperlink" Target="http://www.extremeprogramming.org/rules/metaphor.html" TargetMode="External"/><Relationship Id="rId1" Type="http://schemas.openxmlformats.org/officeDocument/2006/relationships/slideLayout" Target="../slideLayouts/slideLayout26.xml"/></Relationships>
</file>

<file path=ppt/slides/_rels/slide9.xml.rels><?xml version="1.0" encoding="UTF-8" standalone="yes"?>
<Relationships xmlns="http://schemas.openxmlformats.org/package/2006/relationships"><Relationship Id="rId2" Type="http://schemas.openxmlformats.org/officeDocument/2006/relationships/hyperlink" Target="http://www.infoq.com/news/2008/11/nonfunctional-requirements" TargetMode="External"/><Relationship Id="rId1" Type="http://schemas.openxmlformats.org/officeDocument/2006/relationships/slideLayout" Target="../slideLayouts/slideLayout26.xml"/></Relationships>
</file>

<file path=ppt/slides/_rels/slide10.xml.rels><?xml version="1.0" encoding="UTF-8" standalone="yes"?>
<Relationships xmlns="http://schemas.openxmlformats.org/package/2006/relationships"><Relationship Id="rId2" Type="http://schemas.openxmlformats.org/officeDocument/2006/relationships/hyperlink" Target="http://en.wikipedia.org/wiki/System_context_diagram" TargetMode="External"/><Relationship Id="rId1" Type="http://schemas.openxmlformats.org/officeDocument/2006/relationships/slideLayout" Target="../slideLayouts/slideLayout26.xml"/></Relationships>
</file>

<file path=ppt/slides/_rels/slide11.xml.rels><?xml version="1.0" encoding="UTF-8" standalone="yes"?>
<Relationships xmlns="http://schemas.openxmlformats.org/package/2006/relationships"><Relationship Id="rId2" Type="http://schemas.openxmlformats.org/officeDocument/2006/relationships/hyperlink" Target="http://domaindrivendesign.org/resources/what_is_ddd" TargetMode="External"/><Relationship Id="rId1" Type="http://schemas.openxmlformats.org/officeDocument/2006/relationships/slideLayout" Target="../slideLayouts/slideLayout26.xml"/></Relationships>
</file>

<file path=ppt/slides/_rels/slide12.xml.rels><?xml version="1.0" encoding="UTF-8" standalone="yes"?>
<Relationships xmlns="http://schemas.openxmlformats.org/package/2006/relationships"><Relationship Id="rId2" Type="http://schemas.openxmlformats.org/officeDocument/2006/relationships/hyperlink" Target="http://msdn.microsoft.com/en-us/library/cc168618.aspx" TargetMode="External"/><Relationship Id="rId1" Type="http://schemas.openxmlformats.org/officeDocument/2006/relationships/slideLayout" Target="../slideLayouts/slideLayout26.xml"/></Relationships>
</file>

<file path=ppt/slides/_rels/slide13.xml.rels><?xml version="1.0" encoding="UTF-8" standalone="yes"?>
<Relationships xmlns="http://schemas.openxmlformats.org/package/2006/relationships"><Relationship Id="rId2" Type="http://schemas.openxmlformats.org/officeDocument/2006/relationships/hyperlink" Target="http://www.informit.com/articles/article.aspx?p=375542&amp;seqNum=3" TargetMode="External"/><Relationship Id="rId1" Type="http://schemas.openxmlformats.org/officeDocument/2006/relationships/slideLayout" Target="../slideLayouts/slideLayout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Rectangle 2"/>
          <p:cNvSpPr>
            <a:spLocks noChangeArrowheads="1"/>
          </p:cNvSpPr>
          <p:nvPr/>
        </p:nvSpPr>
        <p:spPr bwMode="gray">
          <a:xfrm>
            <a:off x="441804" y="272641"/>
            <a:ext cx="9227185" cy="6655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p>
            <a:pPr>
              <a:lnSpc>
                <a:spcPct val="106000"/>
              </a:lnSpc>
              <a:defRPr/>
            </a:pPr>
            <a:r>
              <a:rPr lang="en-US" b="1" kern="0" dirty="0">
                <a:solidFill>
                  <a:srgbClr val="000000"/>
                </a:solidFill>
              </a:rPr>
              <a:t>Agile means different things to different people, knowledge workers can draw upon a diverse repository of agile process frameworks</a:t>
            </a:r>
          </a:p>
        </p:txBody>
      </p:sp>
      <p:sp>
        <p:nvSpPr>
          <p:cNvPr id="109" name="Arc 108"/>
          <p:cNvSpPr/>
          <p:nvPr/>
        </p:nvSpPr>
        <p:spPr bwMode="auto">
          <a:xfrm rot="4923334" flipH="1">
            <a:off x="2081407" y="4713457"/>
            <a:ext cx="1314110" cy="884182"/>
          </a:xfrm>
          <a:prstGeom prst="arc">
            <a:avLst>
              <a:gd name="adj1" fmla="val 20402258"/>
              <a:gd name="adj2" fmla="val 1359055"/>
            </a:avLst>
          </a:prstGeom>
          <a:noFill/>
          <a:ln w="19050" cap="flat" cmpd="sng" algn="ctr">
            <a:solidFill>
              <a:schemeClr val="tx1"/>
            </a:solidFill>
            <a:prstDash val="solid"/>
            <a:round/>
            <a:headEnd type="none" w="med" len="med"/>
            <a:tailEnd type="triangle" w="med" len="med"/>
          </a:ln>
          <a:effectLst/>
        </p:spPr>
        <p:txBody>
          <a:bodyPr vert="horz" wrap="square" lIns="72000" tIns="72000" rIns="72000" bIns="72000" numCol="1" rtlCol="0" anchor="t" anchorCtr="1" compatLnSpc="1">
            <a:prstTxWarp prst="textNoShape">
              <a:avLst/>
            </a:prstTxWarp>
            <a:spAutoFit/>
          </a:bodyPr>
          <a:lstStyle/>
          <a:p>
            <a:pPr marL="0" marR="0" indent="0" algn="ctr" defTabSz="914400" rtl="0" eaLnBrk="0" fontAlgn="base" latinLnBrk="0" hangingPunct="0">
              <a:lnSpc>
                <a:spcPct val="106000"/>
              </a:lnSpc>
              <a:spcBef>
                <a:spcPct val="50000"/>
              </a:spcBef>
              <a:spcAft>
                <a:spcPct val="0"/>
              </a:spcAft>
              <a:buClrTx/>
              <a:buSzTx/>
              <a:buFontTx/>
              <a:buNone/>
              <a:tabLst/>
            </a:pPr>
            <a:endParaRPr kumimoji="0" lang="en-US" sz="1800" b="1" i="0" u="none" strike="noStrike" cap="none" normalizeH="0" baseline="0" dirty="0">
              <a:ln>
                <a:noFill/>
              </a:ln>
              <a:solidFill>
                <a:schemeClr val="tx1"/>
              </a:solidFill>
              <a:effectLst/>
              <a:latin typeface="Arial" charset="0"/>
            </a:endParaRPr>
          </a:p>
        </p:txBody>
      </p:sp>
      <p:sp>
        <p:nvSpPr>
          <p:cNvPr id="110" name="Arc 109"/>
          <p:cNvSpPr/>
          <p:nvPr/>
        </p:nvSpPr>
        <p:spPr bwMode="auto">
          <a:xfrm rot="4923334" flipH="1">
            <a:off x="1852806" y="3527272"/>
            <a:ext cx="1314110" cy="884182"/>
          </a:xfrm>
          <a:prstGeom prst="arc">
            <a:avLst>
              <a:gd name="adj1" fmla="val 16200000"/>
              <a:gd name="adj2" fmla="val 17378"/>
            </a:avLst>
          </a:prstGeom>
          <a:noFill/>
          <a:ln w="19050" cap="flat" cmpd="sng" algn="ctr">
            <a:solidFill>
              <a:schemeClr val="tx1"/>
            </a:solidFill>
            <a:prstDash val="solid"/>
            <a:round/>
            <a:headEnd type="none" w="med" len="med"/>
            <a:tailEnd type="triangle" w="med" len="med"/>
          </a:ln>
          <a:effectLst/>
        </p:spPr>
        <p:txBody>
          <a:bodyPr vert="horz" wrap="square" lIns="72000" tIns="72000" rIns="72000" bIns="72000" numCol="1" rtlCol="0" anchor="t" anchorCtr="1" compatLnSpc="1">
            <a:prstTxWarp prst="textNoShape">
              <a:avLst/>
            </a:prstTxWarp>
            <a:spAutoFit/>
          </a:bodyPr>
          <a:lstStyle/>
          <a:p>
            <a:pPr marL="0" marR="0" indent="0" algn="ctr" defTabSz="914400" rtl="0" eaLnBrk="0" fontAlgn="base" latinLnBrk="0" hangingPunct="0">
              <a:lnSpc>
                <a:spcPct val="106000"/>
              </a:lnSpc>
              <a:spcBef>
                <a:spcPct val="50000"/>
              </a:spcBef>
              <a:spcAft>
                <a:spcPct val="0"/>
              </a:spcAft>
              <a:buClrTx/>
              <a:buSzTx/>
              <a:buFontTx/>
              <a:buNone/>
              <a:tabLst/>
            </a:pPr>
            <a:endParaRPr kumimoji="0" lang="en-US" sz="1800" b="1" i="0" u="none" strike="noStrike" cap="none" normalizeH="0" baseline="0" dirty="0">
              <a:ln>
                <a:noFill/>
              </a:ln>
              <a:solidFill>
                <a:schemeClr val="tx1"/>
              </a:solidFill>
              <a:effectLst/>
              <a:latin typeface="Arial" charset="0"/>
            </a:endParaRPr>
          </a:p>
        </p:txBody>
      </p:sp>
      <p:sp>
        <p:nvSpPr>
          <p:cNvPr id="111" name="Arc 110"/>
          <p:cNvSpPr/>
          <p:nvPr/>
        </p:nvSpPr>
        <p:spPr bwMode="auto">
          <a:xfrm rot="4923334" flipH="1">
            <a:off x="1852806" y="1990291"/>
            <a:ext cx="1314110" cy="884182"/>
          </a:xfrm>
          <a:prstGeom prst="arc">
            <a:avLst>
              <a:gd name="adj1" fmla="val 16200000"/>
              <a:gd name="adj2" fmla="val 17378"/>
            </a:avLst>
          </a:prstGeom>
          <a:noFill/>
          <a:ln w="19050" cap="flat" cmpd="sng" algn="ctr">
            <a:solidFill>
              <a:schemeClr val="tx1"/>
            </a:solidFill>
            <a:prstDash val="solid"/>
            <a:round/>
            <a:headEnd type="none" w="med" len="med"/>
            <a:tailEnd type="triangle" w="med" len="med"/>
          </a:ln>
          <a:effectLst/>
        </p:spPr>
        <p:txBody>
          <a:bodyPr vert="horz" wrap="square" lIns="72000" tIns="72000" rIns="72000" bIns="72000" numCol="1" rtlCol="0" anchor="t" anchorCtr="1" compatLnSpc="1">
            <a:prstTxWarp prst="textNoShape">
              <a:avLst/>
            </a:prstTxWarp>
            <a:spAutoFit/>
          </a:bodyPr>
          <a:lstStyle/>
          <a:p>
            <a:pPr marL="0" marR="0" indent="0" algn="ctr" defTabSz="914400" rtl="0" eaLnBrk="0" fontAlgn="base" latinLnBrk="0" hangingPunct="0">
              <a:lnSpc>
                <a:spcPct val="106000"/>
              </a:lnSpc>
              <a:spcBef>
                <a:spcPct val="50000"/>
              </a:spcBef>
              <a:spcAft>
                <a:spcPct val="0"/>
              </a:spcAft>
              <a:buClrTx/>
              <a:buSzTx/>
              <a:buFontTx/>
              <a:buNone/>
              <a:tabLst/>
            </a:pPr>
            <a:endParaRPr kumimoji="0" lang="en-US" sz="1800" b="1" i="0" u="none" strike="noStrike" cap="none" normalizeH="0" baseline="0" dirty="0">
              <a:ln>
                <a:noFill/>
              </a:ln>
              <a:solidFill>
                <a:schemeClr val="tx1"/>
              </a:solidFill>
              <a:effectLst/>
              <a:latin typeface="Arial" charset="0"/>
            </a:endParaRPr>
          </a:p>
        </p:txBody>
      </p:sp>
      <p:sp>
        <p:nvSpPr>
          <p:cNvPr id="112" name="Arc 111"/>
          <p:cNvSpPr/>
          <p:nvPr/>
        </p:nvSpPr>
        <p:spPr bwMode="auto">
          <a:xfrm rot="16676666">
            <a:off x="6891484" y="5070361"/>
            <a:ext cx="1314110" cy="884182"/>
          </a:xfrm>
          <a:prstGeom prst="arc">
            <a:avLst>
              <a:gd name="adj1" fmla="val 16200000"/>
              <a:gd name="adj2" fmla="val 17378"/>
            </a:avLst>
          </a:prstGeom>
          <a:noFill/>
          <a:ln w="19050" cap="flat" cmpd="sng" algn="ctr">
            <a:solidFill>
              <a:schemeClr val="tx1"/>
            </a:solidFill>
            <a:prstDash val="solid"/>
            <a:round/>
            <a:headEnd type="none" w="med" len="med"/>
            <a:tailEnd type="triangle" w="med" len="med"/>
          </a:ln>
          <a:effectLst/>
        </p:spPr>
        <p:txBody>
          <a:bodyPr vert="horz" wrap="square" lIns="72000" tIns="72000" rIns="72000" bIns="72000" numCol="1" rtlCol="0" anchor="t" anchorCtr="1" compatLnSpc="1">
            <a:prstTxWarp prst="textNoShape">
              <a:avLst/>
            </a:prstTxWarp>
            <a:spAutoFit/>
          </a:bodyPr>
          <a:lstStyle/>
          <a:p>
            <a:pPr marL="0" marR="0" indent="0" algn="ctr" defTabSz="914400" rtl="0" eaLnBrk="0" fontAlgn="base" latinLnBrk="0" hangingPunct="0">
              <a:lnSpc>
                <a:spcPct val="106000"/>
              </a:lnSpc>
              <a:spcBef>
                <a:spcPct val="50000"/>
              </a:spcBef>
              <a:spcAft>
                <a:spcPct val="0"/>
              </a:spcAft>
              <a:buClrTx/>
              <a:buSzTx/>
              <a:buFontTx/>
              <a:buNone/>
              <a:tabLst/>
            </a:pPr>
            <a:endParaRPr kumimoji="0" lang="en-US" sz="1800" b="1" i="0" u="none" strike="noStrike" cap="none" normalizeH="0" baseline="0" dirty="0">
              <a:ln>
                <a:noFill/>
              </a:ln>
              <a:solidFill>
                <a:schemeClr val="tx1"/>
              </a:solidFill>
              <a:effectLst/>
              <a:latin typeface="Arial" charset="0"/>
            </a:endParaRPr>
          </a:p>
        </p:txBody>
      </p:sp>
      <p:sp>
        <p:nvSpPr>
          <p:cNvPr id="113" name="Arc 112"/>
          <p:cNvSpPr/>
          <p:nvPr/>
        </p:nvSpPr>
        <p:spPr bwMode="auto">
          <a:xfrm rot="16676666">
            <a:off x="6891484" y="2784361"/>
            <a:ext cx="1314110" cy="884182"/>
          </a:xfrm>
          <a:prstGeom prst="arc">
            <a:avLst>
              <a:gd name="adj1" fmla="val 16200000"/>
              <a:gd name="adj2" fmla="val 17378"/>
            </a:avLst>
          </a:prstGeom>
          <a:noFill/>
          <a:ln w="19050" cap="flat" cmpd="sng" algn="ctr">
            <a:solidFill>
              <a:schemeClr val="tx1"/>
            </a:solidFill>
            <a:prstDash val="solid"/>
            <a:round/>
            <a:headEnd type="none" w="med" len="med"/>
            <a:tailEnd type="triangle" w="med" len="med"/>
          </a:ln>
          <a:effectLst/>
        </p:spPr>
        <p:txBody>
          <a:bodyPr vert="horz" wrap="square" lIns="72000" tIns="72000" rIns="72000" bIns="72000" numCol="1" rtlCol="0" anchor="t" anchorCtr="1" compatLnSpc="1">
            <a:prstTxWarp prst="textNoShape">
              <a:avLst/>
            </a:prstTxWarp>
            <a:spAutoFit/>
          </a:bodyPr>
          <a:lstStyle/>
          <a:p>
            <a:pPr marL="0" marR="0" indent="0" algn="ctr" defTabSz="914400" rtl="0" eaLnBrk="0" fontAlgn="base" latinLnBrk="0" hangingPunct="0">
              <a:lnSpc>
                <a:spcPct val="106000"/>
              </a:lnSpc>
              <a:spcBef>
                <a:spcPct val="50000"/>
              </a:spcBef>
              <a:spcAft>
                <a:spcPct val="0"/>
              </a:spcAft>
              <a:buClrTx/>
              <a:buSzTx/>
              <a:buFontTx/>
              <a:buNone/>
              <a:tabLst/>
            </a:pPr>
            <a:endParaRPr kumimoji="0" lang="en-US" sz="1800" b="1" i="0" u="none" strike="noStrike" cap="none" normalizeH="0" baseline="0" dirty="0">
              <a:ln>
                <a:noFill/>
              </a:ln>
              <a:solidFill>
                <a:schemeClr val="tx1"/>
              </a:solidFill>
              <a:effectLst/>
              <a:latin typeface="Arial" charset="0"/>
            </a:endParaRPr>
          </a:p>
        </p:txBody>
      </p:sp>
      <p:grpSp>
        <p:nvGrpSpPr>
          <p:cNvPr id="114" name="Group 113"/>
          <p:cNvGrpSpPr/>
          <p:nvPr/>
        </p:nvGrpSpPr>
        <p:grpSpPr>
          <a:xfrm>
            <a:off x="2611087" y="1896804"/>
            <a:ext cx="4829241" cy="3748346"/>
            <a:chOff x="2720340" y="1896804"/>
            <a:chExt cx="4829241" cy="3748346"/>
          </a:xfrm>
        </p:grpSpPr>
        <p:sp>
          <p:nvSpPr>
            <p:cNvPr id="115" name="Rounded Rectangle 114"/>
            <p:cNvSpPr/>
            <p:nvPr/>
          </p:nvSpPr>
          <p:spPr bwMode="auto">
            <a:xfrm>
              <a:off x="2720340" y="1906970"/>
              <a:ext cx="1143000" cy="685800"/>
            </a:xfrm>
            <a:prstGeom prst="roundRect">
              <a:avLst/>
            </a:prstGeom>
            <a:solidFill>
              <a:srgbClr val="009999"/>
            </a:solidFill>
            <a:ln w="19050" cap="flat" cmpd="sng" algn="ctr">
              <a:noFill/>
              <a:prstDash val="solid"/>
              <a:round/>
              <a:headEnd type="none" w="med" len="med"/>
              <a:tailEnd type="triangle" w="med" len="med"/>
            </a:ln>
            <a:effectLst/>
          </p:spPr>
          <p:txBody>
            <a:bodyPr vert="horz" wrap="square" lIns="72000" tIns="72000" rIns="72000" bIns="72000" numCol="1" rtlCol="0" anchor="t" anchorCtr="1" compatLnSpc="1">
              <a:prstTxWarp prst="textNoShape">
                <a:avLst/>
              </a:prstTxWarp>
              <a:spAutoFit/>
            </a:bodyPr>
            <a:lstStyle/>
            <a:p>
              <a:pPr marL="0" marR="0" indent="0" algn="ctr" defTabSz="914400" rtl="0" eaLnBrk="0" fontAlgn="base" latinLnBrk="0" hangingPunct="0">
                <a:lnSpc>
                  <a:spcPct val="106000"/>
                </a:lnSpc>
                <a:spcBef>
                  <a:spcPct val="50000"/>
                </a:spcBef>
                <a:spcAft>
                  <a:spcPct val="0"/>
                </a:spcAft>
                <a:buClrTx/>
                <a:buSzTx/>
                <a:buFontTx/>
                <a:buNone/>
                <a:tabLst/>
              </a:pPr>
              <a:endParaRPr kumimoji="0" lang="en-US" sz="1800" b="1" i="0" u="none" strike="noStrike" cap="none" normalizeH="0" baseline="0" dirty="0">
                <a:ln>
                  <a:noFill/>
                </a:ln>
                <a:solidFill>
                  <a:schemeClr val="tx1"/>
                </a:solidFill>
                <a:effectLst/>
                <a:latin typeface="Arial" charset="0"/>
              </a:endParaRPr>
            </a:p>
          </p:txBody>
        </p:sp>
        <p:sp>
          <p:nvSpPr>
            <p:cNvPr id="116" name="Rounded Rectangle 115"/>
            <p:cNvSpPr/>
            <p:nvPr/>
          </p:nvSpPr>
          <p:spPr bwMode="auto">
            <a:xfrm>
              <a:off x="2720340" y="2670065"/>
              <a:ext cx="1143000" cy="685800"/>
            </a:xfrm>
            <a:prstGeom prst="roundRect">
              <a:avLst/>
            </a:prstGeom>
            <a:solidFill>
              <a:srgbClr val="80CCCC"/>
            </a:solidFill>
            <a:ln w="19050" cap="flat" cmpd="sng" algn="ctr">
              <a:noFill/>
              <a:prstDash val="solid"/>
              <a:round/>
              <a:headEnd type="none" w="med" len="med"/>
              <a:tailEnd type="triangle" w="med" len="med"/>
            </a:ln>
            <a:effectLst/>
          </p:spPr>
          <p:txBody>
            <a:bodyPr vert="horz" wrap="square" lIns="72000" tIns="72000" rIns="72000" bIns="72000" numCol="1" rtlCol="0" anchor="t" anchorCtr="1" compatLnSpc="1">
              <a:prstTxWarp prst="textNoShape">
                <a:avLst/>
              </a:prstTxWarp>
              <a:spAutoFit/>
            </a:bodyPr>
            <a:lstStyle/>
            <a:p>
              <a:pPr marL="0" marR="0" indent="0" algn="ctr" defTabSz="914400" rtl="0" eaLnBrk="0" fontAlgn="base" latinLnBrk="0" hangingPunct="0">
                <a:lnSpc>
                  <a:spcPct val="106000"/>
                </a:lnSpc>
                <a:spcBef>
                  <a:spcPct val="50000"/>
                </a:spcBef>
                <a:spcAft>
                  <a:spcPct val="0"/>
                </a:spcAft>
                <a:buClrTx/>
                <a:buSzTx/>
                <a:buFontTx/>
                <a:buNone/>
                <a:tabLst/>
              </a:pPr>
              <a:endParaRPr kumimoji="0" lang="en-US" sz="1800" b="1" i="0" u="none" strike="noStrike" cap="none" normalizeH="0" baseline="0" dirty="0">
                <a:ln>
                  <a:noFill/>
                </a:ln>
                <a:solidFill>
                  <a:schemeClr val="tx1"/>
                </a:solidFill>
                <a:effectLst/>
                <a:latin typeface="Arial" charset="0"/>
              </a:endParaRPr>
            </a:p>
          </p:txBody>
        </p:sp>
        <p:sp>
          <p:nvSpPr>
            <p:cNvPr id="117" name="Rounded Rectangle 116"/>
            <p:cNvSpPr/>
            <p:nvPr/>
          </p:nvSpPr>
          <p:spPr bwMode="auto">
            <a:xfrm>
              <a:off x="3947160" y="1906970"/>
              <a:ext cx="1143000" cy="685800"/>
            </a:xfrm>
            <a:prstGeom prst="roundRect">
              <a:avLst/>
            </a:prstGeom>
            <a:solidFill>
              <a:srgbClr val="009999"/>
            </a:solidFill>
            <a:ln w="19050" cap="flat" cmpd="sng" algn="ctr">
              <a:noFill/>
              <a:prstDash val="solid"/>
              <a:round/>
              <a:headEnd type="none" w="med" len="med"/>
              <a:tailEnd type="triangle" w="med" len="med"/>
            </a:ln>
            <a:effectLst/>
          </p:spPr>
          <p:txBody>
            <a:bodyPr vert="horz" wrap="square" lIns="72000" tIns="72000" rIns="72000" bIns="72000" numCol="1" rtlCol="0" anchor="t" anchorCtr="1" compatLnSpc="1">
              <a:prstTxWarp prst="textNoShape">
                <a:avLst/>
              </a:prstTxWarp>
              <a:spAutoFit/>
            </a:bodyPr>
            <a:lstStyle/>
            <a:p>
              <a:pPr marL="0" marR="0" indent="0" algn="ctr" defTabSz="914400" rtl="0" eaLnBrk="0" fontAlgn="base" latinLnBrk="0" hangingPunct="0">
                <a:lnSpc>
                  <a:spcPct val="106000"/>
                </a:lnSpc>
                <a:spcBef>
                  <a:spcPct val="50000"/>
                </a:spcBef>
                <a:spcAft>
                  <a:spcPct val="0"/>
                </a:spcAft>
                <a:buClrTx/>
                <a:buSzTx/>
                <a:buFontTx/>
                <a:buNone/>
                <a:tabLst/>
              </a:pPr>
              <a:endParaRPr kumimoji="0" lang="en-US" sz="1800" b="1" i="0" u="none" strike="noStrike" cap="none" normalizeH="0" baseline="0" dirty="0">
                <a:ln>
                  <a:noFill/>
                </a:ln>
                <a:solidFill>
                  <a:schemeClr val="tx1"/>
                </a:solidFill>
                <a:effectLst/>
                <a:latin typeface="Arial" charset="0"/>
              </a:endParaRPr>
            </a:p>
          </p:txBody>
        </p:sp>
        <p:sp>
          <p:nvSpPr>
            <p:cNvPr id="118" name="Rounded Rectangle 117"/>
            <p:cNvSpPr/>
            <p:nvPr/>
          </p:nvSpPr>
          <p:spPr bwMode="auto">
            <a:xfrm>
              <a:off x="3947160" y="2670065"/>
              <a:ext cx="1143000" cy="685800"/>
            </a:xfrm>
            <a:prstGeom prst="roundRect">
              <a:avLst/>
            </a:prstGeom>
            <a:solidFill>
              <a:srgbClr val="80CCCC"/>
            </a:solidFill>
            <a:ln w="19050" cap="flat" cmpd="sng" algn="ctr">
              <a:noFill/>
              <a:prstDash val="solid"/>
              <a:round/>
              <a:headEnd type="none" w="med" len="med"/>
              <a:tailEnd type="triangle" w="med" len="med"/>
            </a:ln>
            <a:effectLst/>
          </p:spPr>
          <p:txBody>
            <a:bodyPr vert="horz" wrap="square" lIns="72000" tIns="72000" rIns="72000" bIns="72000" numCol="1" rtlCol="0" anchor="t" anchorCtr="1" compatLnSpc="1">
              <a:prstTxWarp prst="textNoShape">
                <a:avLst/>
              </a:prstTxWarp>
              <a:spAutoFit/>
            </a:bodyPr>
            <a:lstStyle/>
            <a:p>
              <a:pPr marL="0" marR="0" indent="0" algn="ctr" defTabSz="914400" rtl="0" eaLnBrk="0" fontAlgn="base" latinLnBrk="0" hangingPunct="0">
                <a:lnSpc>
                  <a:spcPct val="106000"/>
                </a:lnSpc>
                <a:spcBef>
                  <a:spcPct val="50000"/>
                </a:spcBef>
                <a:spcAft>
                  <a:spcPct val="0"/>
                </a:spcAft>
                <a:buClrTx/>
                <a:buSzTx/>
                <a:buFontTx/>
                <a:buNone/>
                <a:tabLst/>
              </a:pPr>
              <a:endParaRPr kumimoji="0" lang="en-US" sz="1800" b="1" i="0" u="none" strike="noStrike" cap="none" normalizeH="0" baseline="0" dirty="0">
                <a:ln>
                  <a:noFill/>
                </a:ln>
                <a:solidFill>
                  <a:schemeClr val="tx1"/>
                </a:solidFill>
                <a:effectLst/>
                <a:latin typeface="Arial" charset="0"/>
              </a:endParaRPr>
            </a:p>
          </p:txBody>
        </p:sp>
        <p:sp>
          <p:nvSpPr>
            <p:cNvPr id="119" name="Rounded Rectangle 118"/>
            <p:cNvSpPr/>
            <p:nvPr/>
          </p:nvSpPr>
          <p:spPr bwMode="auto">
            <a:xfrm>
              <a:off x="5173980" y="1906970"/>
              <a:ext cx="1143000" cy="685800"/>
            </a:xfrm>
            <a:prstGeom prst="roundRect">
              <a:avLst/>
            </a:prstGeom>
            <a:solidFill>
              <a:srgbClr val="009999"/>
            </a:solidFill>
            <a:ln w="19050" cap="flat" cmpd="sng" algn="ctr">
              <a:noFill/>
              <a:prstDash val="solid"/>
              <a:round/>
              <a:headEnd type="none" w="med" len="med"/>
              <a:tailEnd type="triangle" w="med" len="med"/>
            </a:ln>
            <a:effectLst/>
          </p:spPr>
          <p:txBody>
            <a:bodyPr vert="horz" wrap="square" lIns="72000" tIns="72000" rIns="72000" bIns="72000" numCol="1" rtlCol="0" anchor="t" anchorCtr="1" compatLnSpc="1">
              <a:prstTxWarp prst="textNoShape">
                <a:avLst/>
              </a:prstTxWarp>
              <a:spAutoFit/>
            </a:bodyPr>
            <a:lstStyle/>
            <a:p>
              <a:pPr marL="0" marR="0" indent="0" algn="ctr" defTabSz="914400" rtl="0" eaLnBrk="0" fontAlgn="base" latinLnBrk="0" hangingPunct="0">
                <a:lnSpc>
                  <a:spcPct val="106000"/>
                </a:lnSpc>
                <a:spcBef>
                  <a:spcPct val="50000"/>
                </a:spcBef>
                <a:spcAft>
                  <a:spcPct val="0"/>
                </a:spcAft>
                <a:buClrTx/>
                <a:buSzTx/>
                <a:buFontTx/>
                <a:buNone/>
                <a:tabLst/>
              </a:pPr>
              <a:endParaRPr kumimoji="0" lang="en-US" sz="1800" b="1" i="0" u="none" strike="noStrike" cap="none" normalizeH="0" baseline="0" dirty="0">
                <a:ln>
                  <a:noFill/>
                </a:ln>
                <a:solidFill>
                  <a:schemeClr val="tx1"/>
                </a:solidFill>
                <a:effectLst/>
                <a:latin typeface="Arial" charset="0"/>
              </a:endParaRPr>
            </a:p>
          </p:txBody>
        </p:sp>
        <p:sp>
          <p:nvSpPr>
            <p:cNvPr id="120" name="Rounded Rectangle 119"/>
            <p:cNvSpPr/>
            <p:nvPr/>
          </p:nvSpPr>
          <p:spPr bwMode="auto">
            <a:xfrm>
              <a:off x="5173980" y="2670065"/>
              <a:ext cx="1143000" cy="685800"/>
            </a:xfrm>
            <a:prstGeom prst="roundRect">
              <a:avLst/>
            </a:prstGeom>
            <a:solidFill>
              <a:srgbClr val="80CCCC"/>
            </a:solidFill>
            <a:ln w="19050" cap="flat" cmpd="sng" algn="ctr">
              <a:noFill/>
              <a:prstDash val="solid"/>
              <a:round/>
              <a:headEnd type="none" w="med" len="med"/>
              <a:tailEnd type="triangle" w="med" len="med"/>
            </a:ln>
            <a:effectLst/>
          </p:spPr>
          <p:txBody>
            <a:bodyPr vert="horz" wrap="square" lIns="72000" tIns="72000" rIns="72000" bIns="72000" numCol="1" rtlCol="0" anchor="t" anchorCtr="1" compatLnSpc="1">
              <a:prstTxWarp prst="textNoShape">
                <a:avLst/>
              </a:prstTxWarp>
              <a:spAutoFit/>
            </a:bodyPr>
            <a:lstStyle/>
            <a:p>
              <a:pPr marL="0" marR="0" indent="0" algn="ctr" defTabSz="914400" rtl="0" eaLnBrk="0" fontAlgn="base" latinLnBrk="0" hangingPunct="0">
                <a:lnSpc>
                  <a:spcPct val="106000"/>
                </a:lnSpc>
                <a:spcBef>
                  <a:spcPct val="50000"/>
                </a:spcBef>
                <a:spcAft>
                  <a:spcPct val="0"/>
                </a:spcAft>
                <a:buClrTx/>
                <a:buSzTx/>
                <a:buFontTx/>
                <a:buNone/>
                <a:tabLst/>
              </a:pPr>
              <a:endParaRPr kumimoji="0" lang="en-US" sz="1800" b="1" i="0" u="none" strike="noStrike" cap="none" normalizeH="0" baseline="0" dirty="0">
                <a:ln>
                  <a:noFill/>
                </a:ln>
                <a:solidFill>
                  <a:schemeClr val="tx1"/>
                </a:solidFill>
                <a:effectLst/>
                <a:latin typeface="Arial" charset="0"/>
              </a:endParaRPr>
            </a:p>
          </p:txBody>
        </p:sp>
        <p:sp>
          <p:nvSpPr>
            <p:cNvPr id="121" name="Rounded Rectangle 120"/>
            <p:cNvSpPr/>
            <p:nvPr/>
          </p:nvSpPr>
          <p:spPr bwMode="auto">
            <a:xfrm>
              <a:off x="6400800" y="1906970"/>
              <a:ext cx="1143000" cy="685800"/>
            </a:xfrm>
            <a:prstGeom prst="roundRect">
              <a:avLst/>
            </a:prstGeom>
            <a:solidFill>
              <a:srgbClr val="009999"/>
            </a:solidFill>
            <a:ln w="19050" cap="flat" cmpd="sng" algn="ctr">
              <a:noFill/>
              <a:prstDash val="solid"/>
              <a:round/>
              <a:headEnd type="none" w="med" len="med"/>
              <a:tailEnd type="triangle" w="med" len="med"/>
            </a:ln>
            <a:effectLst/>
          </p:spPr>
          <p:txBody>
            <a:bodyPr vert="horz" wrap="square" lIns="72000" tIns="72000" rIns="72000" bIns="72000" numCol="1" rtlCol="0" anchor="t" anchorCtr="1" compatLnSpc="1">
              <a:prstTxWarp prst="textNoShape">
                <a:avLst/>
              </a:prstTxWarp>
              <a:spAutoFit/>
            </a:bodyPr>
            <a:lstStyle/>
            <a:p>
              <a:pPr marL="0" marR="0" indent="0" algn="ctr" defTabSz="914400" rtl="0" eaLnBrk="0" fontAlgn="base" latinLnBrk="0" hangingPunct="0">
                <a:lnSpc>
                  <a:spcPct val="106000"/>
                </a:lnSpc>
                <a:spcBef>
                  <a:spcPct val="50000"/>
                </a:spcBef>
                <a:spcAft>
                  <a:spcPct val="0"/>
                </a:spcAft>
                <a:buClrTx/>
                <a:buSzTx/>
                <a:buFontTx/>
                <a:buNone/>
                <a:tabLst/>
              </a:pPr>
              <a:endParaRPr kumimoji="0" lang="en-US" sz="1800" b="1" i="0" u="none" strike="noStrike" cap="none" normalizeH="0" baseline="0" dirty="0">
                <a:ln>
                  <a:noFill/>
                </a:ln>
                <a:solidFill>
                  <a:schemeClr val="tx1"/>
                </a:solidFill>
                <a:effectLst/>
                <a:latin typeface="Arial" charset="0"/>
              </a:endParaRPr>
            </a:p>
          </p:txBody>
        </p:sp>
        <p:sp>
          <p:nvSpPr>
            <p:cNvPr id="122" name="Rounded Rectangle 121"/>
            <p:cNvSpPr/>
            <p:nvPr/>
          </p:nvSpPr>
          <p:spPr bwMode="auto">
            <a:xfrm>
              <a:off x="6400800" y="2670065"/>
              <a:ext cx="1143000" cy="685800"/>
            </a:xfrm>
            <a:prstGeom prst="roundRect">
              <a:avLst/>
            </a:prstGeom>
            <a:solidFill>
              <a:srgbClr val="80CCCC"/>
            </a:solidFill>
            <a:ln w="19050" cap="flat" cmpd="sng" algn="ctr">
              <a:noFill/>
              <a:prstDash val="solid"/>
              <a:round/>
              <a:headEnd type="none" w="med" len="med"/>
              <a:tailEnd type="triangle" w="med" len="med"/>
            </a:ln>
            <a:effectLst/>
          </p:spPr>
          <p:txBody>
            <a:bodyPr vert="horz" wrap="square" lIns="72000" tIns="72000" rIns="72000" bIns="72000" numCol="1" rtlCol="0" anchor="t" anchorCtr="1" compatLnSpc="1">
              <a:prstTxWarp prst="textNoShape">
                <a:avLst/>
              </a:prstTxWarp>
              <a:spAutoFit/>
            </a:bodyPr>
            <a:lstStyle/>
            <a:p>
              <a:pPr marL="0" marR="0" indent="0" algn="ctr" defTabSz="914400" rtl="0" eaLnBrk="0" fontAlgn="base" latinLnBrk="0" hangingPunct="0">
                <a:lnSpc>
                  <a:spcPct val="106000"/>
                </a:lnSpc>
                <a:spcBef>
                  <a:spcPct val="50000"/>
                </a:spcBef>
                <a:spcAft>
                  <a:spcPct val="0"/>
                </a:spcAft>
                <a:buClrTx/>
                <a:buSzTx/>
                <a:buFontTx/>
                <a:buNone/>
                <a:tabLst/>
              </a:pPr>
              <a:endParaRPr kumimoji="0" lang="en-US" sz="1800" b="1" i="0" u="none" strike="noStrike" cap="none" normalizeH="0" baseline="0" dirty="0">
                <a:ln>
                  <a:noFill/>
                </a:ln>
                <a:solidFill>
                  <a:schemeClr val="tx1"/>
                </a:solidFill>
                <a:effectLst/>
                <a:latin typeface="Arial" charset="0"/>
              </a:endParaRPr>
            </a:p>
          </p:txBody>
        </p:sp>
        <p:sp>
          <p:nvSpPr>
            <p:cNvPr id="123" name="Rounded Rectangle 122"/>
            <p:cNvSpPr/>
            <p:nvPr/>
          </p:nvSpPr>
          <p:spPr bwMode="auto">
            <a:xfrm>
              <a:off x="2722968" y="3433160"/>
              <a:ext cx="1554480" cy="685800"/>
            </a:xfrm>
            <a:prstGeom prst="roundRect">
              <a:avLst/>
            </a:prstGeom>
            <a:solidFill>
              <a:srgbClr val="4066B2"/>
            </a:solidFill>
            <a:ln w="19050" cap="flat" cmpd="sng" algn="ctr">
              <a:noFill/>
              <a:prstDash val="solid"/>
              <a:round/>
              <a:headEnd type="none" w="med" len="med"/>
              <a:tailEnd type="triangle" w="med" len="med"/>
            </a:ln>
            <a:effectLst/>
          </p:spPr>
          <p:txBody>
            <a:bodyPr vert="horz" wrap="square" lIns="72000" tIns="72000" rIns="72000" bIns="72000" numCol="1" rtlCol="0" anchor="t" anchorCtr="1" compatLnSpc="1">
              <a:prstTxWarp prst="textNoShape">
                <a:avLst/>
              </a:prstTxWarp>
              <a:spAutoFit/>
            </a:bodyPr>
            <a:lstStyle/>
            <a:p>
              <a:pPr marL="0" marR="0" indent="0" algn="ctr" defTabSz="914400" rtl="0" eaLnBrk="0" fontAlgn="base" latinLnBrk="0" hangingPunct="0">
                <a:lnSpc>
                  <a:spcPct val="106000"/>
                </a:lnSpc>
                <a:spcBef>
                  <a:spcPct val="50000"/>
                </a:spcBef>
                <a:spcAft>
                  <a:spcPct val="0"/>
                </a:spcAft>
                <a:buClrTx/>
                <a:buSzTx/>
                <a:buFontTx/>
                <a:buNone/>
                <a:tabLst/>
              </a:pPr>
              <a:endParaRPr kumimoji="0" lang="en-US" sz="1800" b="1" i="0" u="none" strike="noStrike" cap="none" normalizeH="0" baseline="0" dirty="0">
                <a:ln>
                  <a:noFill/>
                </a:ln>
                <a:solidFill>
                  <a:schemeClr val="tx1"/>
                </a:solidFill>
                <a:effectLst/>
                <a:latin typeface="Arial" charset="0"/>
              </a:endParaRPr>
            </a:p>
          </p:txBody>
        </p:sp>
        <p:sp>
          <p:nvSpPr>
            <p:cNvPr id="124" name="Rounded Rectangle 123"/>
            <p:cNvSpPr/>
            <p:nvPr/>
          </p:nvSpPr>
          <p:spPr bwMode="auto">
            <a:xfrm>
              <a:off x="2722968" y="4196255"/>
              <a:ext cx="2367192" cy="685800"/>
            </a:xfrm>
            <a:prstGeom prst="roundRect">
              <a:avLst/>
            </a:prstGeom>
            <a:solidFill>
              <a:schemeClr val="bg1">
                <a:lumMod val="75000"/>
              </a:schemeClr>
            </a:solidFill>
            <a:ln w="19050" cap="flat" cmpd="sng" algn="ctr">
              <a:noFill/>
              <a:prstDash val="solid"/>
              <a:round/>
              <a:headEnd type="none" w="med" len="med"/>
              <a:tailEnd type="triangle" w="med" len="med"/>
            </a:ln>
            <a:effectLst/>
          </p:spPr>
          <p:txBody>
            <a:bodyPr vert="horz" wrap="square" lIns="72000" tIns="72000" rIns="72000" bIns="72000" numCol="1" rtlCol="0" anchor="t" anchorCtr="1" compatLnSpc="1">
              <a:prstTxWarp prst="textNoShape">
                <a:avLst/>
              </a:prstTxWarp>
              <a:spAutoFit/>
            </a:bodyPr>
            <a:lstStyle/>
            <a:p>
              <a:pPr marL="0" marR="0" indent="0" algn="ctr" defTabSz="914400" rtl="0" eaLnBrk="0" fontAlgn="base" latinLnBrk="0" hangingPunct="0">
                <a:lnSpc>
                  <a:spcPct val="106000"/>
                </a:lnSpc>
                <a:spcBef>
                  <a:spcPct val="50000"/>
                </a:spcBef>
                <a:spcAft>
                  <a:spcPct val="0"/>
                </a:spcAft>
                <a:buClrTx/>
                <a:buSzTx/>
                <a:buFontTx/>
                <a:buNone/>
                <a:tabLst/>
              </a:pPr>
              <a:endParaRPr kumimoji="0" lang="en-US" sz="1800" b="1" i="0" u="none" strike="noStrike" cap="none" normalizeH="0" baseline="0" dirty="0">
                <a:ln>
                  <a:noFill/>
                </a:ln>
                <a:solidFill>
                  <a:schemeClr val="tx1"/>
                </a:solidFill>
                <a:effectLst/>
                <a:latin typeface="Arial" charset="0"/>
              </a:endParaRPr>
            </a:p>
          </p:txBody>
        </p:sp>
        <p:sp>
          <p:nvSpPr>
            <p:cNvPr id="125" name="Rounded Rectangle 124"/>
            <p:cNvSpPr/>
            <p:nvPr/>
          </p:nvSpPr>
          <p:spPr bwMode="auto">
            <a:xfrm>
              <a:off x="4359034" y="3433160"/>
              <a:ext cx="1554480" cy="685800"/>
            </a:xfrm>
            <a:prstGeom prst="roundRect">
              <a:avLst/>
            </a:prstGeom>
            <a:solidFill>
              <a:srgbClr val="4066B2"/>
            </a:solidFill>
            <a:ln w="19050" cap="flat" cmpd="sng" algn="ctr">
              <a:noFill/>
              <a:prstDash val="solid"/>
              <a:round/>
              <a:headEnd type="none" w="med" len="med"/>
              <a:tailEnd type="triangle" w="med" len="med"/>
            </a:ln>
            <a:effectLst/>
          </p:spPr>
          <p:txBody>
            <a:bodyPr vert="horz" wrap="square" lIns="72000" tIns="72000" rIns="72000" bIns="72000" numCol="1" rtlCol="0" anchor="t" anchorCtr="1" compatLnSpc="1">
              <a:prstTxWarp prst="textNoShape">
                <a:avLst/>
              </a:prstTxWarp>
              <a:spAutoFit/>
            </a:bodyPr>
            <a:lstStyle/>
            <a:p>
              <a:pPr marL="0" marR="0" indent="0" algn="ctr" defTabSz="914400" rtl="0" eaLnBrk="0" fontAlgn="base" latinLnBrk="0" hangingPunct="0">
                <a:lnSpc>
                  <a:spcPct val="106000"/>
                </a:lnSpc>
                <a:spcBef>
                  <a:spcPct val="50000"/>
                </a:spcBef>
                <a:spcAft>
                  <a:spcPct val="0"/>
                </a:spcAft>
                <a:buClrTx/>
                <a:buSzTx/>
                <a:buFontTx/>
                <a:buNone/>
                <a:tabLst/>
              </a:pPr>
              <a:endParaRPr kumimoji="0" lang="en-US" sz="1800" b="1" i="0" u="none" strike="noStrike" cap="none" normalizeH="0" baseline="0" dirty="0">
                <a:ln>
                  <a:noFill/>
                </a:ln>
                <a:solidFill>
                  <a:schemeClr val="tx1"/>
                </a:solidFill>
                <a:effectLst/>
                <a:latin typeface="Arial" charset="0"/>
              </a:endParaRPr>
            </a:p>
          </p:txBody>
        </p:sp>
        <p:sp>
          <p:nvSpPr>
            <p:cNvPr id="126" name="Rounded Rectangle 125"/>
            <p:cNvSpPr/>
            <p:nvPr/>
          </p:nvSpPr>
          <p:spPr bwMode="auto">
            <a:xfrm>
              <a:off x="5995101" y="3433160"/>
              <a:ext cx="1554480" cy="685800"/>
            </a:xfrm>
            <a:prstGeom prst="roundRect">
              <a:avLst/>
            </a:prstGeom>
            <a:solidFill>
              <a:srgbClr val="4066B2"/>
            </a:solidFill>
            <a:ln w="19050" cap="flat" cmpd="sng" algn="ctr">
              <a:noFill/>
              <a:prstDash val="solid"/>
              <a:round/>
              <a:headEnd type="none" w="med" len="med"/>
              <a:tailEnd type="triangle" w="med" len="med"/>
            </a:ln>
            <a:effectLst/>
          </p:spPr>
          <p:txBody>
            <a:bodyPr vert="horz" wrap="square" lIns="72000" tIns="72000" rIns="72000" bIns="72000" numCol="1" rtlCol="0" anchor="t" anchorCtr="1" compatLnSpc="1">
              <a:prstTxWarp prst="textNoShape">
                <a:avLst/>
              </a:prstTxWarp>
              <a:spAutoFit/>
            </a:bodyPr>
            <a:lstStyle/>
            <a:p>
              <a:pPr marL="0" marR="0" indent="0" algn="ctr" defTabSz="914400" rtl="0" eaLnBrk="0" fontAlgn="base" latinLnBrk="0" hangingPunct="0">
                <a:lnSpc>
                  <a:spcPct val="106000"/>
                </a:lnSpc>
                <a:spcBef>
                  <a:spcPct val="50000"/>
                </a:spcBef>
                <a:spcAft>
                  <a:spcPct val="0"/>
                </a:spcAft>
                <a:buClrTx/>
                <a:buSzTx/>
                <a:buFontTx/>
                <a:buNone/>
                <a:tabLst/>
              </a:pPr>
              <a:endParaRPr kumimoji="0" lang="en-US" sz="1800" b="1" i="0" u="none" strike="noStrike" cap="none" normalizeH="0" baseline="0" dirty="0">
                <a:ln>
                  <a:noFill/>
                </a:ln>
                <a:solidFill>
                  <a:schemeClr val="tx1"/>
                </a:solidFill>
                <a:effectLst/>
                <a:latin typeface="Arial" charset="0"/>
              </a:endParaRPr>
            </a:p>
          </p:txBody>
        </p:sp>
        <p:sp>
          <p:nvSpPr>
            <p:cNvPr id="127" name="Rounded Rectangle 126"/>
            <p:cNvSpPr/>
            <p:nvPr/>
          </p:nvSpPr>
          <p:spPr bwMode="auto">
            <a:xfrm>
              <a:off x="5182389" y="4196255"/>
              <a:ext cx="2367192" cy="685800"/>
            </a:xfrm>
            <a:prstGeom prst="roundRect">
              <a:avLst/>
            </a:prstGeom>
            <a:solidFill>
              <a:schemeClr val="bg1">
                <a:lumMod val="75000"/>
              </a:schemeClr>
            </a:solidFill>
            <a:ln w="19050" cap="flat" cmpd="sng" algn="ctr">
              <a:noFill/>
              <a:prstDash val="solid"/>
              <a:round/>
              <a:headEnd type="none" w="med" len="med"/>
              <a:tailEnd type="triangle" w="med" len="med"/>
            </a:ln>
            <a:effectLst/>
          </p:spPr>
          <p:txBody>
            <a:bodyPr vert="horz" wrap="square" lIns="72000" tIns="72000" rIns="72000" bIns="72000" numCol="1" rtlCol="0" anchor="t" anchorCtr="1" compatLnSpc="1">
              <a:prstTxWarp prst="textNoShape">
                <a:avLst/>
              </a:prstTxWarp>
              <a:spAutoFit/>
            </a:bodyPr>
            <a:lstStyle/>
            <a:p>
              <a:pPr marL="0" marR="0" indent="0" algn="ctr" defTabSz="914400" rtl="0" eaLnBrk="0" fontAlgn="base" latinLnBrk="0" hangingPunct="0">
                <a:lnSpc>
                  <a:spcPct val="106000"/>
                </a:lnSpc>
                <a:spcBef>
                  <a:spcPct val="50000"/>
                </a:spcBef>
                <a:spcAft>
                  <a:spcPct val="0"/>
                </a:spcAft>
                <a:buClrTx/>
                <a:buSzTx/>
                <a:buFontTx/>
                <a:buNone/>
                <a:tabLst/>
              </a:pPr>
              <a:endParaRPr kumimoji="0" lang="en-US" sz="1800" b="1" i="0" u="none" strike="noStrike" cap="none" normalizeH="0" baseline="0" dirty="0">
                <a:ln>
                  <a:noFill/>
                </a:ln>
                <a:solidFill>
                  <a:schemeClr val="tx1"/>
                </a:solidFill>
                <a:effectLst/>
                <a:latin typeface="Arial" charset="0"/>
              </a:endParaRPr>
            </a:p>
          </p:txBody>
        </p:sp>
        <p:sp>
          <p:nvSpPr>
            <p:cNvPr id="128" name="Rounded Rectangle 127"/>
            <p:cNvSpPr/>
            <p:nvPr/>
          </p:nvSpPr>
          <p:spPr bwMode="auto">
            <a:xfrm>
              <a:off x="2720340" y="4959350"/>
              <a:ext cx="4823460" cy="685800"/>
            </a:xfrm>
            <a:prstGeom prst="roundRect">
              <a:avLst/>
            </a:prstGeom>
            <a:solidFill>
              <a:srgbClr val="8099CC"/>
            </a:solidFill>
            <a:ln w="19050" cap="flat" cmpd="sng" algn="ctr">
              <a:noFill/>
              <a:prstDash val="solid"/>
              <a:round/>
              <a:headEnd type="none" w="med" len="med"/>
              <a:tailEnd type="triangle" w="med" len="med"/>
            </a:ln>
            <a:effectLst/>
          </p:spPr>
          <p:txBody>
            <a:bodyPr vert="horz" wrap="square" lIns="72000" tIns="72000" rIns="72000" bIns="72000" numCol="1" rtlCol="0" anchor="t" anchorCtr="1" compatLnSpc="1">
              <a:prstTxWarp prst="textNoShape">
                <a:avLst/>
              </a:prstTxWarp>
              <a:spAutoFit/>
            </a:bodyPr>
            <a:lstStyle/>
            <a:p>
              <a:pPr marL="0" marR="0" indent="0" algn="ctr" defTabSz="914400" rtl="0" eaLnBrk="0" fontAlgn="base" latinLnBrk="0" hangingPunct="0">
                <a:lnSpc>
                  <a:spcPct val="106000"/>
                </a:lnSpc>
                <a:spcBef>
                  <a:spcPct val="50000"/>
                </a:spcBef>
                <a:spcAft>
                  <a:spcPct val="0"/>
                </a:spcAft>
                <a:buClrTx/>
                <a:buSzTx/>
                <a:buFontTx/>
                <a:buNone/>
                <a:tabLst/>
              </a:pPr>
              <a:endParaRPr kumimoji="0" lang="en-US" sz="1800" b="1" i="0" u="none" strike="noStrike" cap="none" normalizeH="0" baseline="0" dirty="0">
                <a:ln>
                  <a:noFill/>
                </a:ln>
                <a:solidFill>
                  <a:schemeClr val="tx1"/>
                </a:solidFill>
                <a:effectLst/>
                <a:latin typeface="Arial" charset="0"/>
              </a:endParaRPr>
            </a:p>
          </p:txBody>
        </p:sp>
        <p:sp>
          <p:nvSpPr>
            <p:cNvPr id="129" name="TextBox 128"/>
            <p:cNvSpPr txBox="1"/>
            <p:nvPr/>
          </p:nvSpPr>
          <p:spPr>
            <a:xfrm>
              <a:off x="2892531" y="2096858"/>
              <a:ext cx="798617" cy="292388"/>
            </a:xfrm>
            <a:prstGeom prst="rect">
              <a:avLst/>
            </a:prstGeom>
            <a:noFill/>
          </p:spPr>
          <p:txBody>
            <a:bodyPr wrap="none" rtlCol="0">
              <a:spAutoFit/>
            </a:bodyPr>
            <a:lstStyle/>
            <a:p>
              <a:pPr algn="ctr"/>
              <a:r>
                <a:rPr lang="en-US" sz="1300" b="1" dirty="0">
                  <a:solidFill>
                    <a:schemeClr val="bg1"/>
                  </a:solidFill>
                </a:rPr>
                <a:t>Kanban</a:t>
              </a:r>
            </a:p>
          </p:txBody>
        </p:sp>
        <p:sp>
          <p:nvSpPr>
            <p:cNvPr id="130" name="TextBox 129"/>
            <p:cNvSpPr txBox="1"/>
            <p:nvPr/>
          </p:nvSpPr>
          <p:spPr>
            <a:xfrm>
              <a:off x="3881671" y="1896804"/>
              <a:ext cx="1278363" cy="692497"/>
            </a:xfrm>
            <a:prstGeom prst="rect">
              <a:avLst/>
            </a:prstGeom>
            <a:noFill/>
          </p:spPr>
          <p:txBody>
            <a:bodyPr wrap="none" rtlCol="0">
              <a:spAutoFit/>
            </a:bodyPr>
            <a:lstStyle/>
            <a:p>
              <a:pPr algn="ctr"/>
              <a:r>
                <a:rPr lang="en-US" sz="1250" b="1" dirty="0">
                  <a:solidFill>
                    <a:schemeClr val="bg1"/>
                  </a:solidFill>
                </a:rPr>
                <a:t>Value Stream/</a:t>
              </a:r>
            </a:p>
            <a:p>
              <a:pPr algn="ctr"/>
              <a:r>
                <a:rPr lang="en-US" sz="1250" b="1" dirty="0">
                  <a:solidFill>
                    <a:schemeClr val="bg1"/>
                  </a:solidFill>
                </a:rPr>
                <a:t>Network</a:t>
              </a:r>
            </a:p>
            <a:p>
              <a:pPr algn="ctr"/>
              <a:r>
                <a:rPr lang="en-US" sz="1250" b="1" dirty="0">
                  <a:solidFill>
                    <a:schemeClr val="bg1"/>
                  </a:solidFill>
                </a:rPr>
                <a:t>Mapping</a:t>
              </a:r>
            </a:p>
          </p:txBody>
        </p:sp>
        <p:sp>
          <p:nvSpPr>
            <p:cNvPr id="131" name="TextBox 130"/>
            <p:cNvSpPr txBox="1"/>
            <p:nvPr/>
          </p:nvSpPr>
          <p:spPr>
            <a:xfrm>
              <a:off x="5140461" y="1996831"/>
              <a:ext cx="1207383" cy="492443"/>
            </a:xfrm>
            <a:prstGeom prst="rect">
              <a:avLst/>
            </a:prstGeom>
            <a:noFill/>
          </p:spPr>
          <p:txBody>
            <a:bodyPr wrap="none" rtlCol="0">
              <a:spAutoFit/>
            </a:bodyPr>
            <a:lstStyle/>
            <a:p>
              <a:pPr algn="ctr"/>
              <a:r>
                <a:rPr lang="en-US" sz="1300" b="1" dirty="0">
                  <a:solidFill>
                    <a:schemeClr val="bg1"/>
                  </a:solidFill>
                </a:rPr>
                <a:t>A3</a:t>
              </a:r>
              <a:r>
                <a:rPr lang="en-US" sz="1300" b="1" dirty="0"/>
                <a:t> </a:t>
              </a:r>
            </a:p>
            <a:p>
              <a:pPr algn="ctr"/>
              <a:r>
                <a:rPr lang="en-US" sz="1300" b="1" dirty="0">
                  <a:solidFill>
                    <a:schemeClr val="bg1"/>
                  </a:solidFill>
                </a:rPr>
                <a:t>Management</a:t>
              </a:r>
            </a:p>
          </p:txBody>
        </p:sp>
        <p:sp>
          <p:nvSpPr>
            <p:cNvPr id="132" name="TextBox 131"/>
            <p:cNvSpPr txBox="1"/>
            <p:nvPr/>
          </p:nvSpPr>
          <p:spPr>
            <a:xfrm>
              <a:off x="6415096" y="1996831"/>
              <a:ext cx="1114409" cy="492443"/>
            </a:xfrm>
            <a:prstGeom prst="rect">
              <a:avLst/>
            </a:prstGeom>
            <a:noFill/>
          </p:spPr>
          <p:txBody>
            <a:bodyPr wrap="none" rtlCol="0">
              <a:spAutoFit/>
            </a:bodyPr>
            <a:lstStyle/>
            <a:p>
              <a:pPr algn="ctr"/>
              <a:r>
                <a:rPr lang="en-US" sz="1300" b="1" dirty="0">
                  <a:solidFill>
                    <a:schemeClr val="bg1"/>
                  </a:solidFill>
                </a:rPr>
                <a:t>Flow Based</a:t>
              </a:r>
            </a:p>
            <a:p>
              <a:pPr algn="ctr"/>
              <a:r>
                <a:rPr lang="en-US" sz="1300" b="1" dirty="0">
                  <a:solidFill>
                    <a:schemeClr val="bg1"/>
                  </a:solidFill>
                </a:rPr>
                <a:t>Delivery</a:t>
              </a:r>
            </a:p>
          </p:txBody>
        </p:sp>
        <p:sp>
          <p:nvSpPr>
            <p:cNvPr id="133" name="TextBox 132"/>
            <p:cNvSpPr txBox="1"/>
            <p:nvPr/>
          </p:nvSpPr>
          <p:spPr>
            <a:xfrm>
              <a:off x="2777115" y="2765069"/>
              <a:ext cx="1029449" cy="492443"/>
            </a:xfrm>
            <a:prstGeom prst="rect">
              <a:avLst/>
            </a:prstGeom>
            <a:noFill/>
          </p:spPr>
          <p:txBody>
            <a:bodyPr wrap="none" rtlCol="0">
              <a:spAutoFit/>
            </a:bodyPr>
            <a:lstStyle/>
            <a:p>
              <a:pPr algn="ctr"/>
              <a:r>
                <a:rPr lang="en-US" sz="1300" b="1" dirty="0">
                  <a:solidFill>
                    <a:schemeClr val="bg1"/>
                  </a:solidFill>
                </a:rPr>
                <a:t>Agile </a:t>
              </a:r>
            </a:p>
            <a:p>
              <a:pPr algn="ctr"/>
              <a:r>
                <a:rPr lang="en-US" sz="1300" b="1" dirty="0">
                  <a:solidFill>
                    <a:schemeClr val="bg1"/>
                  </a:solidFill>
                </a:rPr>
                <a:t>Use Cases</a:t>
              </a:r>
            </a:p>
          </p:txBody>
        </p:sp>
        <p:sp>
          <p:nvSpPr>
            <p:cNvPr id="134" name="TextBox 133"/>
            <p:cNvSpPr txBox="1"/>
            <p:nvPr/>
          </p:nvSpPr>
          <p:spPr>
            <a:xfrm>
              <a:off x="3901344" y="2665042"/>
              <a:ext cx="1234633" cy="692497"/>
            </a:xfrm>
            <a:prstGeom prst="rect">
              <a:avLst/>
            </a:prstGeom>
            <a:noFill/>
          </p:spPr>
          <p:txBody>
            <a:bodyPr wrap="none" rtlCol="0">
              <a:spAutoFit/>
            </a:bodyPr>
            <a:lstStyle/>
            <a:p>
              <a:pPr algn="ctr"/>
              <a:r>
                <a:rPr lang="en-US" sz="1300" b="1" dirty="0">
                  <a:solidFill>
                    <a:schemeClr val="bg1"/>
                  </a:solidFill>
                </a:rPr>
                <a:t>Behavior</a:t>
              </a:r>
            </a:p>
            <a:p>
              <a:pPr algn="ctr"/>
              <a:r>
                <a:rPr lang="en-US" sz="1300" b="1" dirty="0">
                  <a:solidFill>
                    <a:schemeClr val="bg1"/>
                  </a:solidFill>
                </a:rPr>
                <a:t>Driven</a:t>
              </a:r>
            </a:p>
            <a:p>
              <a:pPr algn="ctr"/>
              <a:r>
                <a:rPr lang="en-US" sz="1300" b="1" dirty="0">
                  <a:solidFill>
                    <a:schemeClr val="bg1"/>
                  </a:solidFill>
                </a:rPr>
                <a:t>Development</a:t>
              </a:r>
            </a:p>
          </p:txBody>
        </p:sp>
        <p:sp>
          <p:nvSpPr>
            <p:cNvPr id="135" name="TextBox 134"/>
            <p:cNvSpPr txBox="1"/>
            <p:nvPr/>
          </p:nvSpPr>
          <p:spPr>
            <a:xfrm>
              <a:off x="5283929" y="2665042"/>
              <a:ext cx="920445" cy="692497"/>
            </a:xfrm>
            <a:prstGeom prst="rect">
              <a:avLst/>
            </a:prstGeom>
            <a:noFill/>
          </p:spPr>
          <p:txBody>
            <a:bodyPr wrap="none" rtlCol="0">
              <a:spAutoFit/>
            </a:bodyPr>
            <a:lstStyle/>
            <a:p>
              <a:pPr algn="ctr"/>
              <a:r>
                <a:rPr lang="en-US" sz="1300" b="1" dirty="0">
                  <a:solidFill>
                    <a:schemeClr val="bg1"/>
                  </a:solidFill>
                </a:rPr>
                <a:t>Agile </a:t>
              </a:r>
            </a:p>
            <a:p>
              <a:pPr algn="ctr"/>
              <a:r>
                <a:rPr lang="en-US" sz="1300" b="1" dirty="0">
                  <a:solidFill>
                    <a:schemeClr val="bg1"/>
                  </a:solidFill>
                </a:rPr>
                <a:t>Modeling</a:t>
              </a:r>
            </a:p>
            <a:p>
              <a:pPr algn="ctr"/>
              <a:r>
                <a:rPr lang="en-US" sz="1300" b="1" dirty="0">
                  <a:solidFill>
                    <a:schemeClr val="bg1"/>
                  </a:solidFill>
                </a:rPr>
                <a:t>Methods</a:t>
              </a:r>
            </a:p>
          </p:txBody>
        </p:sp>
        <p:sp>
          <p:nvSpPr>
            <p:cNvPr id="136" name="TextBox 135"/>
            <p:cNvSpPr txBox="1"/>
            <p:nvPr/>
          </p:nvSpPr>
          <p:spPr>
            <a:xfrm>
              <a:off x="6571570" y="2665042"/>
              <a:ext cx="843501" cy="692497"/>
            </a:xfrm>
            <a:prstGeom prst="rect">
              <a:avLst/>
            </a:prstGeom>
            <a:noFill/>
          </p:spPr>
          <p:txBody>
            <a:bodyPr wrap="none" rtlCol="0">
              <a:spAutoFit/>
            </a:bodyPr>
            <a:lstStyle/>
            <a:p>
              <a:pPr algn="ctr"/>
              <a:r>
                <a:rPr lang="en-US" sz="1300" b="1" dirty="0">
                  <a:solidFill>
                    <a:schemeClr val="bg1"/>
                  </a:solidFill>
                </a:rPr>
                <a:t>Domain </a:t>
              </a:r>
            </a:p>
            <a:p>
              <a:pPr algn="ctr"/>
              <a:r>
                <a:rPr lang="en-US" sz="1300" b="1" dirty="0">
                  <a:solidFill>
                    <a:schemeClr val="bg1"/>
                  </a:solidFill>
                </a:rPr>
                <a:t>Driven</a:t>
              </a:r>
            </a:p>
            <a:p>
              <a:pPr algn="ctr"/>
              <a:r>
                <a:rPr lang="en-US" sz="1300" b="1" dirty="0">
                  <a:solidFill>
                    <a:schemeClr val="bg1"/>
                  </a:solidFill>
                </a:rPr>
                <a:t>Design</a:t>
              </a:r>
            </a:p>
          </p:txBody>
        </p:sp>
        <p:sp>
          <p:nvSpPr>
            <p:cNvPr id="137" name="TextBox 136"/>
            <p:cNvSpPr txBox="1"/>
            <p:nvPr/>
          </p:nvSpPr>
          <p:spPr>
            <a:xfrm>
              <a:off x="2866060" y="3529838"/>
              <a:ext cx="1268296" cy="492443"/>
            </a:xfrm>
            <a:prstGeom prst="rect">
              <a:avLst/>
            </a:prstGeom>
            <a:noFill/>
          </p:spPr>
          <p:txBody>
            <a:bodyPr wrap="none" rtlCol="0">
              <a:spAutoFit/>
            </a:bodyPr>
            <a:lstStyle/>
            <a:p>
              <a:pPr algn="ctr"/>
              <a:r>
                <a:rPr lang="en-US" sz="1300" b="1" dirty="0">
                  <a:solidFill>
                    <a:schemeClr val="bg1"/>
                  </a:solidFill>
                </a:rPr>
                <a:t>eXtreme </a:t>
              </a:r>
            </a:p>
            <a:p>
              <a:pPr algn="ctr"/>
              <a:r>
                <a:rPr lang="en-US" sz="1300" b="1" dirty="0">
                  <a:solidFill>
                    <a:schemeClr val="bg1"/>
                  </a:solidFill>
                </a:rPr>
                <a:t>Programming</a:t>
              </a:r>
            </a:p>
          </p:txBody>
        </p:sp>
        <p:sp>
          <p:nvSpPr>
            <p:cNvPr id="138" name="TextBox 137"/>
            <p:cNvSpPr txBox="1"/>
            <p:nvPr/>
          </p:nvSpPr>
          <p:spPr>
            <a:xfrm>
              <a:off x="4784759" y="3629865"/>
              <a:ext cx="702436" cy="292388"/>
            </a:xfrm>
            <a:prstGeom prst="rect">
              <a:avLst/>
            </a:prstGeom>
            <a:noFill/>
          </p:spPr>
          <p:txBody>
            <a:bodyPr wrap="none" rtlCol="0">
              <a:spAutoFit/>
            </a:bodyPr>
            <a:lstStyle/>
            <a:p>
              <a:pPr algn="ctr"/>
              <a:r>
                <a:rPr lang="en-US" sz="1300" b="1" dirty="0">
                  <a:solidFill>
                    <a:schemeClr val="bg1"/>
                  </a:solidFill>
                </a:rPr>
                <a:t>Scrum</a:t>
              </a:r>
            </a:p>
          </p:txBody>
        </p:sp>
        <p:sp>
          <p:nvSpPr>
            <p:cNvPr id="139" name="TextBox 138"/>
            <p:cNvSpPr txBox="1"/>
            <p:nvPr/>
          </p:nvSpPr>
          <p:spPr>
            <a:xfrm>
              <a:off x="6094914" y="3529838"/>
              <a:ext cx="1354858" cy="492443"/>
            </a:xfrm>
            <a:prstGeom prst="rect">
              <a:avLst/>
            </a:prstGeom>
            <a:noFill/>
          </p:spPr>
          <p:txBody>
            <a:bodyPr wrap="none" rtlCol="0">
              <a:spAutoFit/>
            </a:bodyPr>
            <a:lstStyle/>
            <a:p>
              <a:pPr algn="ctr"/>
              <a:r>
                <a:rPr lang="en-US" sz="1300" b="1" dirty="0">
                  <a:solidFill>
                    <a:schemeClr val="bg1"/>
                  </a:solidFill>
                </a:rPr>
                <a:t>Feature Driven</a:t>
              </a:r>
            </a:p>
            <a:p>
              <a:pPr algn="ctr"/>
              <a:r>
                <a:rPr lang="en-US" sz="1300" b="1" dirty="0">
                  <a:solidFill>
                    <a:schemeClr val="bg1"/>
                  </a:solidFill>
                </a:rPr>
                <a:t>Development</a:t>
              </a:r>
            </a:p>
          </p:txBody>
        </p:sp>
        <p:sp>
          <p:nvSpPr>
            <p:cNvPr id="140" name="TextBox 139"/>
            <p:cNvSpPr txBox="1"/>
            <p:nvPr/>
          </p:nvSpPr>
          <p:spPr>
            <a:xfrm>
              <a:off x="2853234" y="4392961"/>
              <a:ext cx="2106667" cy="292388"/>
            </a:xfrm>
            <a:prstGeom prst="rect">
              <a:avLst/>
            </a:prstGeom>
            <a:noFill/>
          </p:spPr>
          <p:txBody>
            <a:bodyPr wrap="none" rtlCol="0">
              <a:spAutoFit/>
            </a:bodyPr>
            <a:lstStyle/>
            <a:p>
              <a:pPr algn="ctr"/>
              <a:r>
                <a:rPr lang="en-US" sz="1300" b="1" dirty="0">
                  <a:solidFill>
                    <a:schemeClr val="bg1"/>
                  </a:solidFill>
                </a:rPr>
                <a:t>Software Craftsmanship</a:t>
              </a:r>
            </a:p>
          </p:txBody>
        </p:sp>
        <p:sp>
          <p:nvSpPr>
            <p:cNvPr id="141" name="TextBox 140"/>
            <p:cNvSpPr txBox="1"/>
            <p:nvPr/>
          </p:nvSpPr>
          <p:spPr>
            <a:xfrm>
              <a:off x="5957860" y="4392961"/>
              <a:ext cx="816250" cy="292388"/>
            </a:xfrm>
            <a:prstGeom prst="rect">
              <a:avLst/>
            </a:prstGeom>
            <a:noFill/>
          </p:spPr>
          <p:txBody>
            <a:bodyPr wrap="none" rtlCol="0">
              <a:spAutoFit/>
            </a:bodyPr>
            <a:lstStyle/>
            <a:p>
              <a:pPr algn="ctr"/>
              <a:r>
                <a:rPr lang="en-US" sz="1300" b="1" dirty="0">
                  <a:solidFill>
                    <a:schemeClr val="bg1"/>
                  </a:solidFill>
                </a:rPr>
                <a:t>DevOps</a:t>
              </a:r>
            </a:p>
          </p:txBody>
        </p:sp>
        <p:sp>
          <p:nvSpPr>
            <p:cNvPr id="142" name="TextBox 141"/>
            <p:cNvSpPr txBox="1"/>
            <p:nvPr/>
          </p:nvSpPr>
          <p:spPr>
            <a:xfrm>
              <a:off x="4484200" y="5156056"/>
              <a:ext cx="1295740" cy="292388"/>
            </a:xfrm>
            <a:prstGeom prst="rect">
              <a:avLst/>
            </a:prstGeom>
            <a:noFill/>
          </p:spPr>
          <p:txBody>
            <a:bodyPr wrap="none" rtlCol="0">
              <a:spAutoFit/>
            </a:bodyPr>
            <a:lstStyle/>
            <a:p>
              <a:pPr algn="ctr"/>
              <a:r>
                <a:rPr lang="en-US" sz="1300" b="1" dirty="0">
                  <a:solidFill>
                    <a:schemeClr val="bg1"/>
                  </a:solidFill>
                </a:rPr>
                <a:t>RUP Lifecycle</a:t>
              </a:r>
            </a:p>
          </p:txBody>
        </p:sp>
      </p:grpSp>
      <p:grpSp>
        <p:nvGrpSpPr>
          <p:cNvPr id="143" name="Group 142"/>
          <p:cNvGrpSpPr/>
          <p:nvPr/>
        </p:nvGrpSpPr>
        <p:grpSpPr>
          <a:xfrm>
            <a:off x="7696200" y="2554669"/>
            <a:ext cx="2203199" cy="1453451"/>
            <a:chOff x="7696200" y="2554669"/>
            <a:chExt cx="2203199" cy="1453451"/>
          </a:xfrm>
        </p:grpSpPr>
        <p:sp>
          <p:nvSpPr>
            <p:cNvPr id="144" name="Rectangle 13"/>
            <p:cNvSpPr>
              <a:spLocks noChangeArrowheads="1"/>
            </p:cNvSpPr>
            <p:nvPr/>
          </p:nvSpPr>
          <p:spPr bwMode="gray">
            <a:xfrm>
              <a:off x="7772400" y="2554669"/>
              <a:ext cx="2126999" cy="14534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marL="171450" indent="-171450" algn="l" eaLnBrk="1" hangingPunct="1">
                <a:spcBef>
                  <a:spcPct val="80000"/>
                </a:spcBef>
                <a:buClr>
                  <a:schemeClr val="tx1"/>
                </a:buClr>
                <a:buFont typeface="Wingdings" pitchFamily="2" charset="2"/>
                <a:buChar char="§"/>
              </a:pPr>
              <a:r>
                <a:rPr lang="en-GB" sz="1200" dirty="0">
                  <a:solidFill>
                    <a:srgbClr val="000000"/>
                  </a:solidFill>
                </a:rPr>
                <a:t>Supplementary agile practices dedicated to requirements, design, architecture and testing</a:t>
              </a:r>
            </a:p>
            <a:p>
              <a:pPr marL="171450" indent="-171450" algn="l" eaLnBrk="1" hangingPunct="1">
                <a:spcBef>
                  <a:spcPct val="80000"/>
                </a:spcBef>
                <a:buClr>
                  <a:schemeClr val="tx1"/>
                </a:buClr>
                <a:buFont typeface="Wingdings" pitchFamily="2" charset="2"/>
                <a:buChar char="§"/>
              </a:pPr>
              <a:r>
                <a:rPr lang="en-GB" sz="1200" dirty="0">
                  <a:solidFill>
                    <a:srgbClr val="000000"/>
                  </a:solidFill>
                </a:rPr>
                <a:t>Emphasis on Just-In-Time and “Just Enough” approaches</a:t>
              </a:r>
            </a:p>
          </p:txBody>
        </p:sp>
        <p:cxnSp>
          <p:nvCxnSpPr>
            <p:cNvPr id="145" name="Straight Connector 144"/>
            <p:cNvCxnSpPr/>
            <p:nvPr/>
          </p:nvCxnSpPr>
          <p:spPr bwMode="auto">
            <a:xfrm>
              <a:off x="7696200" y="2554669"/>
              <a:ext cx="0" cy="1453451"/>
            </a:xfrm>
            <a:prstGeom prst="line">
              <a:avLst/>
            </a:prstGeom>
            <a:solidFill>
              <a:schemeClr val="accent1"/>
            </a:solidFill>
            <a:ln w="9525" cap="flat" cmpd="sng" algn="ctr">
              <a:solidFill>
                <a:schemeClr val="tx1"/>
              </a:solidFill>
              <a:prstDash val="solid"/>
              <a:round/>
              <a:headEnd type="none" w="med" len="med"/>
              <a:tailEnd type="none"/>
            </a:ln>
            <a:effectLst/>
            <a:extLst>
              <a:ext uri="{AF507438-7753-43E0-B8FC-AC1667EBCBE1}">
                <a14:hiddenEffects xmlns:a14="http://schemas.microsoft.com/office/drawing/2010/main">
                  <a:effectLst>
                    <a:outerShdw dist="89803" dir="2700000" algn="ctr" rotWithShape="0">
                      <a:schemeClr val="bg2"/>
                    </a:outerShdw>
                  </a:effectLst>
                </a14:hiddenEffects>
              </a:ext>
            </a:extLst>
          </p:spPr>
        </p:cxnSp>
      </p:grpSp>
      <p:grpSp>
        <p:nvGrpSpPr>
          <p:cNvPr id="146" name="Group 145"/>
          <p:cNvGrpSpPr/>
          <p:nvPr/>
        </p:nvGrpSpPr>
        <p:grpSpPr>
          <a:xfrm>
            <a:off x="7696200" y="4846320"/>
            <a:ext cx="2203199" cy="1470359"/>
            <a:chOff x="7696200" y="4320841"/>
            <a:chExt cx="2203199" cy="1470359"/>
          </a:xfrm>
        </p:grpSpPr>
        <p:sp>
          <p:nvSpPr>
            <p:cNvPr id="147" name="Rectangle 13"/>
            <p:cNvSpPr>
              <a:spLocks noChangeArrowheads="1"/>
            </p:cNvSpPr>
            <p:nvPr/>
          </p:nvSpPr>
          <p:spPr bwMode="gray">
            <a:xfrm>
              <a:off x="7772400" y="4320841"/>
              <a:ext cx="2126999" cy="14703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marL="171450" indent="-171450" algn="l" eaLnBrk="1" hangingPunct="1">
                <a:spcBef>
                  <a:spcPct val="80000"/>
                </a:spcBef>
                <a:buClr>
                  <a:schemeClr val="tx1"/>
                </a:buClr>
                <a:buFont typeface="Wingdings" pitchFamily="2" charset="2"/>
                <a:buChar char="§"/>
              </a:pPr>
              <a:r>
                <a:rPr lang="en-GB" sz="1200" dirty="0">
                  <a:solidFill>
                    <a:srgbClr val="000000"/>
                  </a:solidFill>
                </a:rPr>
                <a:t>A set of phases, artifacts and roles that are largely correct, providing structure to help agile scale</a:t>
              </a:r>
            </a:p>
            <a:p>
              <a:pPr marL="171450" indent="-171450" algn="l" eaLnBrk="1" hangingPunct="1">
                <a:spcBef>
                  <a:spcPct val="80000"/>
                </a:spcBef>
                <a:buClr>
                  <a:schemeClr val="tx1"/>
                </a:buClr>
                <a:buFont typeface="Wingdings" pitchFamily="2" charset="2"/>
                <a:buChar char="§"/>
              </a:pPr>
              <a:r>
                <a:rPr lang="en-GB" sz="1200" dirty="0">
                  <a:solidFill>
                    <a:srgbClr val="000000"/>
                  </a:solidFill>
                </a:rPr>
                <a:t>Significant Expertise is required to implement in a agile fashion</a:t>
              </a:r>
            </a:p>
          </p:txBody>
        </p:sp>
        <p:cxnSp>
          <p:nvCxnSpPr>
            <p:cNvPr id="148" name="Straight Connector 147"/>
            <p:cNvCxnSpPr/>
            <p:nvPr/>
          </p:nvCxnSpPr>
          <p:spPr bwMode="auto">
            <a:xfrm>
              <a:off x="7696200" y="4320841"/>
              <a:ext cx="0" cy="1446962"/>
            </a:xfrm>
            <a:prstGeom prst="line">
              <a:avLst/>
            </a:prstGeom>
            <a:solidFill>
              <a:schemeClr val="accent1"/>
            </a:solidFill>
            <a:ln w="9525" cap="flat" cmpd="sng" algn="ctr">
              <a:solidFill>
                <a:schemeClr val="tx1"/>
              </a:solidFill>
              <a:prstDash val="solid"/>
              <a:round/>
              <a:headEnd type="none" w="med" len="med"/>
              <a:tailEnd type="none"/>
            </a:ln>
            <a:effectLst/>
            <a:extLst>
              <a:ext uri="{AF507438-7753-43E0-B8FC-AC1667EBCBE1}">
                <a14:hiddenEffects xmlns:a14="http://schemas.microsoft.com/office/drawing/2010/main">
                  <a:effectLst>
                    <a:outerShdw dist="89803" dir="2700000" algn="ctr" rotWithShape="0">
                      <a:schemeClr val="bg2"/>
                    </a:outerShdw>
                  </a:effectLst>
                </a14:hiddenEffects>
              </a:ext>
            </a:extLst>
          </p:spPr>
        </p:cxnSp>
      </p:grpSp>
      <p:grpSp>
        <p:nvGrpSpPr>
          <p:cNvPr id="149" name="Group 148"/>
          <p:cNvGrpSpPr/>
          <p:nvPr/>
        </p:nvGrpSpPr>
        <p:grpSpPr>
          <a:xfrm>
            <a:off x="228600" y="1243509"/>
            <a:ext cx="2151413" cy="1685600"/>
            <a:chOff x="286987" y="1243509"/>
            <a:chExt cx="2151413" cy="1685600"/>
          </a:xfrm>
        </p:grpSpPr>
        <p:sp>
          <p:nvSpPr>
            <p:cNvPr id="150" name="Rectangle 13"/>
            <p:cNvSpPr>
              <a:spLocks noChangeArrowheads="1"/>
            </p:cNvSpPr>
            <p:nvPr/>
          </p:nvSpPr>
          <p:spPr bwMode="gray">
            <a:xfrm>
              <a:off x="286987" y="1264606"/>
              <a:ext cx="2151413" cy="16645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marL="171450" indent="-171450" algn="l" eaLnBrk="1" hangingPunct="1">
                <a:spcBef>
                  <a:spcPct val="80000"/>
                </a:spcBef>
                <a:buClr>
                  <a:schemeClr val="tx1"/>
                </a:buClr>
                <a:buFont typeface="Wingdings" pitchFamily="2" charset="2"/>
                <a:buChar char="§"/>
              </a:pPr>
              <a:r>
                <a:rPr lang="en-GB" sz="1200" dirty="0">
                  <a:solidFill>
                    <a:srgbClr val="000000"/>
                  </a:solidFill>
                </a:rPr>
                <a:t>A thinking and management framework that guides organizations into an agile culture</a:t>
              </a:r>
            </a:p>
            <a:p>
              <a:pPr marL="171450" indent="-171450" algn="l" eaLnBrk="1" hangingPunct="1">
                <a:spcBef>
                  <a:spcPct val="80000"/>
                </a:spcBef>
                <a:buClr>
                  <a:schemeClr val="tx1"/>
                </a:buClr>
                <a:buFont typeface="Wingdings" pitchFamily="2" charset="2"/>
                <a:buChar char="§"/>
              </a:pPr>
              <a:r>
                <a:rPr lang="en-GB" sz="1200" dirty="0">
                  <a:solidFill>
                    <a:srgbClr val="000000"/>
                  </a:solidFill>
                </a:rPr>
                <a:t>Employees are empowered to experiment and improve by using economic and performance data</a:t>
              </a:r>
              <a:endParaRPr lang="en-US" sz="1200" dirty="0">
                <a:solidFill>
                  <a:srgbClr val="000000"/>
                </a:solidFill>
              </a:endParaRPr>
            </a:p>
          </p:txBody>
        </p:sp>
        <p:cxnSp>
          <p:nvCxnSpPr>
            <p:cNvPr id="151" name="Straight Connector 150"/>
            <p:cNvCxnSpPr/>
            <p:nvPr/>
          </p:nvCxnSpPr>
          <p:spPr bwMode="auto">
            <a:xfrm>
              <a:off x="2438397" y="1243509"/>
              <a:ext cx="0" cy="1652091"/>
            </a:xfrm>
            <a:prstGeom prst="line">
              <a:avLst/>
            </a:prstGeom>
            <a:solidFill>
              <a:schemeClr val="accent1"/>
            </a:solidFill>
            <a:ln w="9525" cap="flat" cmpd="sng" algn="ctr">
              <a:solidFill>
                <a:schemeClr val="tx1"/>
              </a:solidFill>
              <a:prstDash val="solid"/>
              <a:round/>
              <a:headEnd type="none" w="med" len="med"/>
              <a:tailEnd type="none"/>
            </a:ln>
            <a:effectLst/>
            <a:extLst>
              <a:ext uri="{AF507438-7753-43E0-B8FC-AC1667EBCBE1}">
                <a14:hiddenEffects xmlns:a14="http://schemas.microsoft.com/office/drawing/2010/main">
                  <a:effectLst>
                    <a:outerShdw dist="89803" dir="2700000" algn="ctr" rotWithShape="0">
                      <a:schemeClr val="bg2"/>
                    </a:outerShdw>
                  </a:effectLst>
                </a14:hiddenEffects>
              </a:ext>
            </a:extLst>
          </p:spPr>
        </p:cxnSp>
      </p:grpSp>
      <p:grpSp>
        <p:nvGrpSpPr>
          <p:cNvPr id="152" name="Group 151"/>
          <p:cNvGrpSpPr/>
          <p:nvPr/>
        </p:nvGrpSpPr>
        <p:grpSpPr>
          <a:xfrm>
            <a:off x="228600" y="3219450"/>
            <a:ext cx="2151413" cy="1339369"/>
            <a:chOff x="286985" y="3219450"/>
            <a:chExt cx="2151413" cy="1339369"/>
          </a:xfrm>
        </p:grpSpPr>
        <p:sp>
          <p:nvSpPr>
            <p:cNvPr id="153" name="Rectangle 13"/>
            <p:cNvSpPr>
              <a:spLocks noChangeArrowheads="1"/>
            </p:cNvSpPr>
            <p:nvPr/>
          </p:nvSpPr>
          <p:spPr bwMode="gray">
            <a:xfrm>
              <a:off x="286985" y="3226452"/>
              <a:ext cx="2151413" cy="13323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marL="171450" indent="-171450" algn="l" eaLnBrk="1" hangingPunct="1">
                <a:spcBef>
                  <a:spcPct val="80000"/>
                </a:spcBef>
                <a:buClr>
                  <a:schemeClr val="tx1"/>
                </a:buClr>
                <a:buFont typeface="Wingdings" pitchFamily="2" charset="2"/>
                <a:buChar char="§"/>
              </a:pPr>
              <a:r>
                <a:rPr lang="en-GB" sz="1200" dirty="0">
                  <a:solidFill>
                    <a:srgbClr val="000000"/>
                  </a:solidFill>
                </a:rPr>
                <a:t>Core agile method focused on helping teams deliver excellent results</a:t>
              </a:r>
            </a:p>
            <a:p>
              <a:pPr marL="171450" indent="-171450" algn="l" eaLnBrk="1" hangingPunct="1">
                <a:spcBef>
                  <a:spcPct val="80000"/>
                </a:spcBef>
                <a:buClr>
                  <a:schemeClr val="tx1"/>
                </a:buClr>
                <a:buFont typeface="Wingdings" pitchFamily="2" charset="2"/>
                <a:buChar char="§"/>
              </a:pPr>
              <a:r>
                <a:rPr lang="en-GB" sz="1200" dirty="0">
                  <a:solidFill>
                    <a:srgbClr val="000000"/>
                  </a:solidFill>
                </a:rPr>
                <a:t>Emphasis on people, collaboration, and responding to change</a:t>
              </a:r>
              <a:endParaRPr lang="en-US" sz="1200" dirty="0">
                <a:solidFill>
                  <a:srgbClr val="000000"/>
                </a:solidFill>
              </a:endParaRPr>
            </a:p>
          </p:txBody>
        </p:sp>
        <p:cxnSp>
          <p:nvCxnSpPr>
            <p:cNvPr id="154" name="Straight Connector 153"/>
            <p:cNvCxnSpPr/>
            <p:nvPr/>
          </p:nvCxnSpPr>
          <p:spPr bwMode="auto">
            <a:xfrm>
              <a:off x="2438394" y="3219450"/>
              <a:ext cx="0" cy="1281643"/>
            </a:xfrm>
            <a:prstGeom prst="line">
              <a:avLst/>
            </a:prstGeom>
            <a:solidFill>
              <a:schemeClr val="accent1"/>
            </a:solidFill>
            <a:ln w="9525" cap="flat" cmpd="sng" algn="ctr">
              <a:solidFill>
                <a:schemeClr val="tx1"/>
              </a:solidFill>
              <a:prstDash val="solid"/>
              <a:round/>
              <a:headEnd type="none" w="med" len="med"/>
              <a:tailEnd type="none"/>
            </a:ln>
            <a:effectLst/>
            <a:extLst>
              <a:ext uri="{AF507438-7753-43E0-B8FC-AC1667EBCBE1}">
                <a14:hiddenEffects xmlns:a14="http://schemas.microsoft.com/office/drawing/2010/main">
                  <a:effectLst>
                    <a:outerShdw dist="89803" dir="2700000" algn="ctr" rotWithShape="0">
                      <a:schemeClr val="bg2"/>
                    </a:outerShdw>
                  </a:effectLst>
                </a14:hiddenEffects>
              </a:ext>
            </a:extLst>
          </p:spPr>
        </p:cxnSp>
      </p:grpSp>
      <p:grpSp>
        <p:nvGrpSpPr>
          <p:cNvPr id="155" name="Group 154"/>
          <p:cNvGrpSpPr/>
          <p:nvPr/>
        </p:nvGrpSpPr>
        <p:grpSpPr>
          <a:xfrm>
            <a:off x="228600" y="4685349"/>
            <a:ext cx="2151413" cy="1441131"/>
            <a:chOff x="228600" y="4685349"/>
            <a:chExt cx="2151413" cy="1441131"/>
          </a:xfrm>
        </p:grpSpPr>
        <p:sp>
          <p:nvSpPr>
            <p:cNvPr id="156" name="Rectangle 13"/>
            <p:cNvSpPr>
              <a:spLocks noChangeArrowheads="1"/>
            </p:cNvSpPr>
            <p:nvPr/>
          </p:nvSpPr>
          <p:spPr bwMode="gray">
            <a:xfrm>
              <a:off x="228600" y="4685349"/>
              <a:ext cx="2151413" cy="13323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marL="171450" indent="-171450" algn="l" eaLnBrk="1" hangingPunct="1">
                <a:spcBef>
                  <a:spcPct val="80000"/>
                </a:spcBef>
                <a:buClr>
                  <a:schemeClr val="tx1"/>
                </a:buClr>
                <a:buFont typeface="Wingdings" pitchFamily="2" charset="2"/>
                <a:buChar char="§"/>
              </a:pPr>
              <a:r>
                <a:rPr lang="en-GB" sz="1200" dirty="0">
                  <a:solidFill>
                    <a:srgbClr val="000000"/>
                  </a:solidFill>
                </a:rPr>
                <a:t>Movements (as opposed to methods) dedicated to delivery and operational excellence</a:t>
              </a:r>
            </a:p>
            <a:p>
              <a:pPr marL="171450" indent="-171450" algn="l" eaLnBrk="1" hangingPunct="1">
                <a:spcBef>
                  <a:spcPct val="80000"/>
                </a:spcBef>
                <a:buClr>
                  <a:schemeClr val="tx1"/>
                </a:buClr>
                <a:buFont typeface="Wingdings" pitchFamily="2" charset="2"/>
                <a:buChar char="§"/>
              </a:pPr>
              <a:r>
                <a:rPr lang="en-GB" sz="1200" dirty="0">
                  <a:solidFill>
                    <a:srgbClr val="000000"/>
                  </a:solidFill>
                </a:rPr>
                <a:t>Focused on using technical best practices to support agility</a:t>
              </a:r>
            </a:p>
          </p:txBody>
        </p:sp>
        <p:cxnSp>
          <p:nvCxnSpPr>
            <p:cNvPr id="157" name="Straight Connector 156"/>
            <p:cNvCxnSpPr/>
            <p:nvPr/>
          </p:nvCxnSpPr>
          <p:spPr bwMode="auto">
            <a:xfrm>
              <a:off x="2380009" y="4693920"/>
              <a:ext cx="4" cy="1432560"/>
            </a:xfrm>
            <a:prstGeom prst="line">
              <a:avLst/>
            </a:prstGeom>
            <a:solidFill>
              <a:schemeClr val="accent1"/>
            </a:solidFill>
            <a:ln w="9525" cap="flat" cmpd="sng" algn="ctr">
              <a:solidFill>
                <a:schemeClr val="tx1"/>
              </a:solidFill>
              <a:prstDash val="solid"/>
              <a:round/>
              <a:headEnd type="none" w="med" len="med"/>
              <a:tailEnd type="none"/>
            </a:ln>
            <a:effectLst/>
            <a:extLst>
              <a:ext uri="{AF507438-7753-43E0-B8FC-AC1667EBCBE1}">
                <a14:hiddenEffects xmlns:a14="http://schemas.microsoft.com/office/drawing/2010/main">
                  <a:effectLst>
                    <a:outerShdw dist="89803" dir="2700000" algn="ctr" rotWithShape="0">
                      <a:schemeClr val="bg2"/>
                    </a:outerShdw>
                  </a:effectLst>
                </a14:hiddenEffects>
              </a:ext>
            </a:extLst>
          </p:spPr>
        </p:cxnSp>
      </p:grpSp>
    </p:spTree>
    <p:extLst>
      <p:ext uri="{BB962C8B-B14F-4D97-AF65-F5344CB8AC3E}">
        <p14:creationId xmlns:p14="http://schemas.microsoft.com/office/powerpoint/2010/main" val="33130501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p:cNvSpPr txBox="1"/>
          <p:nvPr/>
        </p:nvSpPr>
        <p:spPr>
          <a:xfrm>
            <a:off x="5568640" y="2601020"/>
            <a:ext cx="876622" cy="338544"/>
          </a:xfrm>
          <a:prstGeom prst="rect">
            <a:avLst/>
          </a:prstGeom>
          <a:solidFill>
            <a:srgbClr val="8099CC"/>
          </a:solidFill>
          <a:ln>
            <a:noFill/>
          </a:ln>
        </p:spPr>
        <p:txBody>
          <a:bodyPr wrap="square" lIns="91429" tIns="45715" rIns="91429" bIns="45715" anchor="ctr" anchorCtr="0">
            <a:noAutofit/>
          </a:bodyPr>
          <a:lstStyle>
            <a:defPPr>
              <a:defRPr lang="en-US"/>
            </a:defPPr>
            <a:lvl1pPr algn="ctr" defTabSz="1018824">
              <a:defRPr sz="800">
                <a:solidFill>
                  <a:srgbClr val="000000"/>
                </a:solidFill>
                <a:latin typeface="Arial" pitchFamily="34" charset="0"/>
                <a:cs typeface="Arial" pitchFamily="34" charset="0"/>
              </a:defRPr>
            </a:lvl1pPr>
          </a:lstStyle>
          <a:p>
            <a:r>
              <a:rPr lang="en-US" dirty="0"/>
              <a:t>Model Storming</a:t>
            </a:r>
          </a:p>
        </p:txBody>
      </p:sp>
      <p:sp>
        <p:nvSpPr>
          <p:cNvPr id="12" name="TextBox 11"/>
          <p:cNvSpPr txBox="1"/>
          <p:nvPr/>
        </p:nvSpPr>
        <p:spPr>
          <a:xfrm>
            <a:off x="6029399" y="3649354"/>
            <a:ext cx="876622" cy="338544"/>
          </a:xfrm>
          <a:prstGeom prst="rect">
            <a:avLst/>
          </a:prstGeom>
          <a:solidFill>
            <a:srgbClr val="8099CC"/>
          </a:solidFill>
          <a:ln>
            <a:noFill/>
          </a:ln>
        </p:spPr>
        <p:txBody>
          <a:bodyPr wrap="square" lIns="91429" tIns="45715" rIns="91429" bIns="45715" anchor="ctr" anchorCtr="0">
            <a:noAutofit/>
          </a:bodyPr>
          <a:lstStyle>
            <a:defPPr>
              <a:defRPr lang="en-US"/>
            </a:defPPr>
            <a:lvl1pPr algn="ctr" defTabSz="1018824">
              <a:defRPr sz="800">
                <a:solidFill>
                  <a:srgbClr val="000000"/>
                </a:solidFill>
                <a:latin typeface="Arial" pitchFamily="34" charset="0"/>
                <a:cs typeface="Arial" pitchFamily="34" charset="0"/>
              </a:defRPr>
            </a:lvl1pPr>
          </a:lstStyle>
          <a:p>
            <a:r>
              <a:rPr lang="en-US" dirty="0"/>
              <a:t>Model Envisioning</a:t>
            </a:r>
          </a:p>
        </p:txBody>
      </p:sp>
      <p:sp>
        <p:nvSpPr>
          <p:cNvPr id="16" name="TextBox 15"/>
          <p:cNvSpPr txBox="1"/>
          <p:nvPr/>
        </p:nvSpPr>
        <p:spPr>
          <a:xfrm rot="16200000">
            <a:off x="6288031" y="4409913"/>
            <a:ext cx="332000" cy="780957"/>
          </a:xfrm>
          <a:prstGeom prst="rect">
            <a:avLst/>
          </a:prstGeom>
          <a:solidFill>
            <a:srgbClr val="8099CC"/>
          </a:solidFill>
          <a:ln>
            <a:noFill/>
          </a:ln>
        </p:spPr>
        <p:txBody>
          <a:bodyPr vert="vert" wrap="square" lIns="91429" tIns="45715" rIns="91429" bIns="45715" anchor="ctr" anchorCtr="0">
            <a:noAutofit/>
          </a:bodyPr>
          <a:lstStyle>
            <a:defPPr>
              <a:defRPr lang="en-US"/>
            </a:defPPr>
            <a:lvl1pPr algn="ctr" defTabSz="1018824">
              <a:defRPr sz="800">
                <a:solidFill>
                  <a:srgbClr val="000000"/>
                </a:solidFill>
                <a:latin typeface="Arial" pitchFamily="34" charset="0"/>
                <a:cs typeface="Arial" pitchFamily="34" charset="0"/>
              </a:defRPr>
            </a:lvl1pPr>
          </a:lstStyle>
          <a:p>
            <a:r>
              <a:rPr lang="en-US" dirty="0"/>
              <a:t>Emergent Design</a:t>
            </a:r>
          </a:p>
        </p:txBody>
      </p:sp>
      <p:cxnSp>
        <p:nvCxnSpPr>
          <p:cNvPr id="21" name="Curved Connector 20"/>
          <p:cNvCxnSpPr>
            <a:cxnSpLocks/>
            <a:stCxn id="11" idx="3"/>
            <a:endCxn id="4" idx="0"/>
          </p:cNvCxnSpPr>
          <p:nvPr/>
        </p:nvCxnSpPr>
        <p:spPr bwMode="auto">
          <a:xfrm>
            <a:off x="6445262" y="2770292"/>
            <a:ext cx="2752495" cy="1265329"/>
          </a:xfrm>
          <a:prstGeom prst="curvedConnector2">
            <a:avLst/>
          </a:prstGeom>
          <a:solidFill>
            <a:schemeClr val="accent1"/>
          </a:solidFill>
          <a:ln w="34925" cap="flat" cmpd="sng" algn="ctr">
            <a:solidFill>
              <a:schemeClr val="accent1">
                <a:lumMod val="75000"/>
              </a:schemeClr>
            </a:solidFill>
            <a:prstDash val="solid"/>
            <a:round/>
            <a:headEnd type="none" w="med" len="med"/>
            <a:tailEnd type="none"/>
          </a:ln>
          <a:effectLst/>
          <a:extLst>
            <a:ext uri="{AF507438-7753-43E0-B8FC-AC1667EBCBE1}">
              <a14:hiddenEffects xmlns:a14="http://schemas.microsoft.com/office/drawing/2010/main">
                <a:effectLst>
                  <a:outerShdw dist="89803" dir="2700000" algn="ctr" rotWithShape="0">
                    <a:schemeClr val="bg2"/>
                  </a:outerShdw>
                </a:effectLst>
              </a14:hiddenEffects>
            </a:ext>
          </a:extLst>
        </p:spPr>
      </p:cxnSp>
      <p:cxnSp>
        <p:nvCxnSpPr>
          <p:cNvPr id="23" name="Straight Arrow Connector 22"/>
          <p:cNvCxnSpPr>
            <a:stCxn id="12" idx="2"/>
            <a:endCxn id="16" idx="3"/>
          </p:cNvCxnSpPr>
          <p:nvPr/>
        </p:nvCxnSpPr>
        <p:spPr bwMode="auto">
          <a:xfrm flipH="1">
            <a:off x="6454032" y="3987898"/>
            <a:ext cx="13678" cy="646494"/>
          </a:xfrm>
          <a:prstGeom prst="straightConnector1">
            <a:avLst/>
          </a:prstGeom>
          <a:solidFill>
            <a:schemeClr val="accent1"/>
          </a:solidFill>
          <a:ln w="34925" cap="flat" cmpd="sng" algn="ctr">
            <a:solidFill>
              <a:schemeClr val="accent1">
                <a:lumMod val="75000"/>
              </a:schemeClr>
            </a:solidFill>
            <a:prstDash val="solid"/>
            <a:round/>
            <a:headEnd type="none" w="med" len="med"/>
            <a:tailEnd type="none"/>
          </a:ln>
          <a:effectLst/>
          <a:extLst>
            <a:ext uri="{AF507438-7753-43E0-B8FC-AC1667EBCBE1}">
              <a14:hiddenEffects xmlns:a14="http://schemas.microsoft.com/office/drawing/2010/main">
                <a:effectLst>
                  <a:outerShdw dist="89803" dir="2700000" algn="ctr" rotWithShape="0">
                    <a:schemeClr val="bg2"/>
                  </a:outerShdw>
                </a:effectLst>
              </a14:hiddenEffects>
            </a:ext>
          </a:extLst>
        </p:spPr>
      </p:cxnSp>
      <p:cxnSp>
        <p:nvCxnSpPr>
          <p:cNvPr id="24" name="Curved Connector 23"/>
          <p:cNvCxnSpPr>
            <a:cxnSpLocks/>
            <a:stCxn id="12" idx="0"/>
          </p:cNvCxnSpPr>
          <p:nvPr/>
        </p:nvCxnSpPr>
        <p:spPr bwMode="auto">
          <a:xfrm rot="16200000" flipH="1">
            <a:off x="7498421" y="2618642"/>
            <a:ext cx="386267" cy="2447690"/>
          </a:xfrm>
          <a:prstGeom prst="curvedConnector4">
            <a:avLst>
              <a:gd name="adj1" fmla="val -59182"/>
              <a:gd name="adj2" fmla="val 58954"/>
            </a:avLst>
          </a:prstGeom>
          <a:solidFill>
            <a:schemeClr val="accent1"/>
          </a:solidFill>
          <a:ln w="34925" cap="flat" cmpd="sng" algn="ctr">
            <a:solidFill>
              <a:schemeClr val="accent1">
                <a:lumMod val="75000"/>
              </a:schemeClr>
            </a:solidFill>
            <a:prstDash val="solid"/>
            <a:round/>
            <a:headEnd type="none" w="med" len="med"/>
            <a:tailEnd type="none"/>
          </a:ln>
          <a:effectLst/>
          <a:extLst>
            <a:ext uri="{AF507438-7753-43E0-B8FC-AC1667EBCBE1}">
              <a14:hiddenEffects xmlns:a14="http://schemas.microsoft.com/office/drawing/2010/main">
                <a:effectLst>
                  <a:outerShdw dist="89803" dir="2700000" algn="ctr" rotWithShape="0">
                    <a:schemeClr val="bg2"/>
                  </a:outerShdw>
                </a:effectLst>
              </a14:hiddenEffects>
            </a:ext>
          </a:extLst>
        </p:spPr>
      </p:cxnSp>
      <p:grpSp>
        <p:nvGrpSpPr>
          <p:cNvPr id="59" name="Group 58"/>
          <p:cNvGrpSpPr/>
          <p:nvPr/>
        </p:nvGrpSpPr>
        <p:grpSpPr>
          <a:xfrm>
            <a:off x="8641914" y="4035621"/>
            <a:ext cx="1111686" cy="2272576"/>
            <a:chOff x="7958546" y="3898168"/>
            <a:chExt cx="1111686" cy="2272576"/>
          </a:xfrm>
        </p:grpSpPr>
        <p:sp>
          <p:nvSpPr>
            <p:cNvPr id="3" name="Rectangle 2"/>
            <p:cNvSpPr/>
            <p:nvPr/>
          </p:nvSpPr>
          <p:spPr>
            <a:xfrm>
              <a:off x="7958547" y="5943601"/>
              <a:ext cx="1111685" cy="227143"/>
            </a:xfrm>
            <a:prstGeom prst="rect">
              <a:avLst/>
            </a:prstGeom>
            <a:solidFill>
              <a:srgbClr val="002776"/>
            </a:solidFill>
            <a:ln>
              <a:noFill/>
            </a:ln>
          </p:spPr>
          <p:style>
            <a:lnRef idx="2">
              <a:schemeClr val="accent1">
                <a:shade val="50000"/>
              </a:schemeClr>
            </a:lnRef>
            <a:fillRef idx="1">
              <a:schemeClr val="accent1"/>
            </a:fillRef>
            <a:effectRef idx="0">
              <a:schemeClr val="accent1"/>
            </a:effectRef>
            <a:fontRef idx="minor">
              <a:schemeClr val="lt1"/>
            </a:fontRef>
          </p:style>
          <p:txBody>
            <a:bodyPr lIns="91429" tIns="45715" rIns="91429" bIns="45715"/>
            <a:lstStyle/>
            <a:p>
              <a:pPr algn="ctr">
                <a:defRPr/>
              </a:pPr>
              <a:r>
                <a:rPr lang="en-US" sz="700" dirty="0">
                  <a:solidFill>
                    <a:schemeClr val="bg1"/>
                  </a:solidFill>
                </a:rPr>
                <a:t>Document continuously</a:t>
              </a:r>
            </a:p>
            <a:p>
              <a:pPr algn="ctr">
                <a:defRPr/>
              </a:pPr>
              <a:endParaRPr lang="en-US" sz="700" dirty="0">
                <a:solidFill>
                  <a:schemeClr val="bg1"/>
                </a:solidFill>
              </a:endParaRPr>
            </a:p>
          </p:txBody>
        </p:sp>
        <p:sp>
          <p:nvSpPr>
            <p:cNvPr id="4" name="Rectangle 3"/>
            <p:cNvSpPr/>
            <p:nvPr/>
          </p:nvSpPr>
          <p:spPr>
            <a:xfrm>
              <a:off x="7958546" y="3898168"/>
              <a:ext cx="1111685" cy="2045433"/>
            </a:xfrm>
            <a:prstGeom prst="rect">
              <a:avLst/>
            </a:prstGeom>
            <a:solidFill>
              <a:srgbClr val="002776"/>
            </a:solidFill>
            <a:ln>
              <a:noFill/>
            </a:ln>
          </p:spPr>
          <p:style>
            <a:lnRef idx="2">
              <a:schemeClr val="accent1">
                <a:shade val="50000"/>
              </a:schemeClr>
            </a:lnRef>
            <a:fillRef idx="1">
              <a:schemeClr val="accent1"/>
            </a:fillRef>
            <a:effectRef idx="0">
              <a:schemeClr val="accent1"/>
            </a:effectRef>
            <a:fontRef idx="minor">
              <a:schemeClr val="lt1"/>
            </a:fontRef>
          </p:style>
          <p:txBody>
            <a:bodyPr lIns="91429" tIns="45715" rIns="91429" bIns="45715"/>
            <a:lstStyle/>
            <a:p>
              <a:pPr algn="ctr">
                <a:defRPr/>
              </a:pPr>
              <a:r>
                <a:rPr lang="en-US" sz="700" dirty="0">
                  <a:solidFill>
                    <a:schemeClr val="bg1"/>
                  </a:solidFill>
                </a:rPr>
                <a:t>Model a Bit Ahead</a:t>
              </a:r>
            </a:p>
            <a:p>
              <a:pPr algn="ctr">
                <a:defRPr/>
              </a:pPr>
              <a:endParaRPr lang="en-US" sz="700" dirty="0">
                <a:solidFill>
                  <a:schemeClr val="bg1"/>
                </a:solidFill>
              </a:endParaRPr>
            </a:p>
          </p:txBody>
        </p:sp>
        <p:sp>
          <p:nvSpPr>
            <p:cNvPr id="8" name="TextBox 7"/>
            <p:cNvSpPr txBox="1"/>
            <p:nvPr/>
          </p:nvSpPr>
          <p:spPr>
            <a:xfrm>
              <a:off x="8077199" y="4606619"/>
              <a:ext cx="866721" cy="338544"/>
            </a:xfrm>
            <a:prstGeom prst="rect">
              <a:avLst/>
            </a:prstGeom>
            <a:solidFill>
              <a:srgbClr val="8099CC"/>
            </a:solidFill>
            <a:ln>
              <a:noFill/>
            </a:ln>
          </p:spPr>
          <p:txBody>
            <a:bodyPr wrap="square" lIns="91429" tIns="45715" rIns="91429" bIns="45715" anchor="ctr" anchorCtr="0">
              <a:noAutofit/>
            </a:bodyPr>
            <a:lstStyle>
              <a:defPPr>
                <a:defRPr lang="en-US"/>
              </a:defPPr>
              <a:lvl1pPr algn="ctr" defTabSz="1018824">
                <a:defRPr sz="800">
                  <a:solidFill>
                    <a:srgbClr val="000000"/>
                  </a:solidFill>
                  <a:latin typeface="Arial" pitchFamily="34" charset="0"/>
                  <a:cs typeface="Arial" pitchFamily="34" charset="0"/>
                </a:defRPr>
              </a:lvl1pPr>
            </a:lstStyle>
            <a:p>
              <a:r>
                <a:rPr lang="en-US" dirty="0"/>
                <a:t>Architecture Key Mechanism </a:t>
              </a:r>
            </a:p>
          </p:txBody>
        </p:sp>
        <p:sp>
          <p:nvSpPr>
            <p:cNvPr id="9" name="TextBox 8"/>
            <p:cNvSpPr txBox="1"/>
            <p:nvPr/>
          </p:nvSpPr>
          <p:spPr>
            <a:xfrm>
              <a:off x="8086725" y="5012600"/>
              <a:ext cx="857196" cy="310592"/>
            </a:xfrm>
            <a:prstGeom prst="rect">
              <a:avLst/>
            </a:prstGeom>
            <a:solidFill>
              <a:srgbClr val="8099CC"/>
            </a:solidFill>
            <a:ln>
              <a:noFill/>
            </a:ln>
          </p:spPr>
          <p:txBody>
            <a:bodyPr wrap="square" lIns="91429" tIns="45715" rIns="91429" bIns="45715" anchor="ctr" anchorCtr="0">
              <a:noAutofit/>
            </a:bodyPr>
            <a:lstStyle>
              <a:defPPr>
                <a:defRPr lang="en-US"/>
              </a:defPPr>
              <a:lvl1pPr algn="ctr" defTabSz="1018824">
                <a:defRPr sz="800">
                  <a:solidFill>
                    <a:srgbClr val="000000"/>
                  </a:solidFill>
                  <a:latin typeface="Arial" pitchFamily="34" charset="0"/>
                  <a:cs typeface="Arial" pitchFamily="34" charset="0"/>
                </a:defRPr>
              </a:lvl1pPr>
            </a:lstStyle>
            <a:p>
              <a:r>
                <a:rPr lang="en-US" dirty="0"/>
                <a:t>4 + 1 views</a:t>
              </a:r>
            </a:p>
          </p:txBody>
        </p:sp>
        <p:sp>
          <p:nvSpPr>
            <p:cNvPr id="19" name="TextBox 18"/>
            <p:cNvSpPr txBox="1"/>
            <p:nvPr/>
          </p:nvSpPr>
          <p:spPr>
            <a:xfrm>
              <a:off x="8077200" y="4209818"/>
              <a:ext cx="876622" cy="338544"/>
            </a:xfrm>
            <a:prstGeom prst="rect">
              <a:avLst/>
            </a:prstGeom>
            <a:solidFill>
              <a:srgbClr val="8099CC"/>
            </a:solidFill>
            <a:ln>
              <a:noFill/>
            </a:ln>
          </p:spPr>
          <p:txBody>
            <a:bodyPr wrap="square" lIns="91429" tIns="45715" rIns="91429" bIns="45715" anchor="ctr" anchorCtr="0">
              <a:noAutofit/>
            </a:bodyPr>
            <a:lstStyle>
              <a:defPPr>
                <a:defRPr lang="en-US"/>
              </a:defPPr>
              <a:lvl1pPr algn="ctr" defTabSz="1018824">
                <a:defRPr sz="800">
                  <a:solidFill>
                    <a:srgbClr val="000000"/>
                  </a:solidFill>
                  <a:latin typeface="Arial" pitchFamily="34" charset="0"/>
                  <a:cs typeface="Arial" pitchFamily="34" charset="0"/>
                </a:defRPr>
              </a:lvl1pPr>
            </a:lstStyle>
            <a:p>
              <a:r>
                <a:rPr lang="en-US" dirty="0"/>
                <a:t>System Context</a:t>
              </a:r>
            </a:p>
          </p:txBody>
        </p:sp>
        <p:sp>
          <p:nvSpPr>
            <p:cNvPr id="31" name="TextBox 30"/>
            <p:cNvSpPr txBox="1"/>
            <p:nvPr/>
          </p:nvSpPr>
          <p:spPr>
            <a:xfrm>
              <a:off x="8086725" y="5390301"/>
              <a:ext cx="857196" cy="461655"/>
            </a:xfrm>
            <a:prstGeom prst="rect">
              <a:avLst/>
            </a:prstGeom>
            <a:solidFill>
              <a:srgbClr val="8099CC"/>
            </a:solidFill>
            <a:ln>
              <a:noFill/>
            </a:ln>
          </p:spPr>
          <p:txBody>
            <a:bodyPr wrap="square" lIns="91429" tIns="45715" rIns="91429" bIns="45715" anchor="ctr" anchorCtr="0">
              <a:noAutofit/>
            </a:bodyPr>
            <a:lstStyle>
              <a:defPPr>
                <a:defRPr lang="en-US"/>
              </a:defPPr>
              <a:lvl1pPr algn="ctr" defTabSz="1018824">
                <a:defRPr sz="800">
                  <a:solidFill>
                    <a:srgbClr val="000000"/>
                  </a:solidFill>
                  <a:latin typeface="Arial" pitchFamily="34" charset="0"/>
                  <a:cs typeface="Arial" pitchFamily="34" charset="0"/>
                </a:defRPr>
              </a:lvl1pPr>
            </a:lstStyle>
            <a:p>
              <a:r>
                <a:rPr lang="en-US" dirty="0"/>
                <a:t>Software Architecture Description</a:t>
              </a:r>
            </a:p>
          </p:txBody>
        </p:sp>
      </p:grpSp>
      <p:cxnSp>
        <p:nvCxnSpPr>
          <p:cNvPr id="34" name="Straight Connector 33"/>
          <p:cNvCxnSpPr>
            <a:stCxn id="4" idx="1"/>
            <a:endCxn id="16" idx="2"/>
          </p:cNvCxnSpPr>
          <p:nvPr/>
        </p:nvCxnSpPr>
        <p:spPr bwMode="auto">
          <a:xfrm flipH="1" flipV="1">
            <a:off x="6844510" y="4800392"/>
            <a:ext cx="1797404" cy="257946"/>
          </a:xfrm>
          <a:prstGeom prst="line">
            <a:avLst/>
          </a:prstGeom>
          <a:solidFill>
            <a:schemeClr val="accent1"/>
          </a:solidFill>
          <a:ln w="34925" cap="flat" cmpd="sng" algn="ctr">
            <a:solidFill>
              <a:schemeClr val="accent1">
                <a:lumMod val="75000"/>
              </a:schemeClr>
            </a:solidFill>
            <a:prstDash val="solid"/>
            <a:round/>
            <a:headEnd type="none" w="med" len="med"/>
            <a:tailEnd type="none"/>
          </a:ln>
          <a:effectLst/>
          <a:extLst>
            <a:ext uri="{AF507438-7753-43E0-B8FC-AC1667EBCBE1}">
              <a14:hiddenEffects xmlns:a14="http://schemas.microsoft.com/office/drawing/2010/main">
                <a:effectLst>
                  <a:outerShdw dist="89803" dir="2700000" algn="ctr" rotWithShape="0">
                    <a:schemeClr val="bg2"/>
                  </a:outerShdw>
                </a:effectLst>
              </a14:hiddenEffects>
            </a:ext>
          </a:extLst>
        </p:spPr>
      </p:cxnSp>
      <p:sp>
        <p:nvSpPr>
          <p:cNvPr id="76" name="Rectangle 2"/>
          <p:cNvSpPr txBox="1">
            <a:spLocks noChangeArrowheads="1"/>
          </p:cNvSpPr>
          <p:nvPr/>
        </p:nvSpPr>
        <p:spPr bwMode="gray">
          <a:xfrm>
            <a:off x="436563" y="172693"/>
            <a:ext cx="9120664" cy="6524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defTabSz="1018705" eaLnBrk="1" fontAlgn="base" hangingPunct="1">
              <a:lnSpc>
                <a:spcPct val="106000"/>
              </a:lnSpc>
              <a:spcBef>
                <a:spcPct val="0"/>
              </a:spcBef>
              <a:spcAft>
                <a:spcPct val="0"/>
              </a:spcAft>
            </a:pPr>
            <a:r>
              <a:rPr lang="en-US" altLang="zh-CN" b="1" dirty="0">
                <a:solidFill>
                  <a:prstClr val="black"/>
                </a:solidFill>
              </a:rPr>
              <a:t>The Agile Modeling Method provides a framework to enable best in class system modeling using an iterative, evolutionary, and emergent approach</a:t>
            </a:r>
          </a:p>
        </p:txBody>
      </p:sp>
      <p:sp>
        <p:nvSpPr>
          <p:cNvPr id="43" name="Rectangle 42"/>
          <p:cNvSpPr/>
          <p:nvPr/>
        </p:nvSpPr>
        <p:spPr>
          <a:xfrm>
            <a:off x="337449" y="914401"/>
            <a:ext cx="9416153" cy="1815872"/>
          </a:xfrm>
          <a:prstGeom prst="rect">
            <a:avLst/>
          </a:prstGeom>
        </p:spPr>
        <p:txBody>
          <a:bodyPr wrap="square" lIns="91429" tIns="45715" rIns="91429" bIns="45715">
            <a:spAutoFit/>
          </a:bodyPr>
          <a:lstStyle/>
          <a:p>
            <a:pPr marL="228574" indent="-228574">
              <a:buFontTx/>
              <a:buAutoNum type="arabicPeriod"/>
            </a:pPr>
            <a:r>
              <a:rPr lang="en-US" sz="1600" b="1" dirty="0">
                <a:solidFill>
                  <a:srgbClr val="000000"/>
                </a:solidFill>
                <a:latin typeface="Arial"/>
              </a:rPr>
              <a:t>Initial model envisioning </a:t>
            </a:r>
            <a:r>
              <a:rPr lang="en-US" sz="1600" dirty="0">
                <a:solidFill>
                  <a:srgbClr val="000000"/>
                </a:solidFill>
                <a:latin typeface="Arial"/>
              </a:rPr>
              <a:t>is conducted for the overall set of requirements in the </a:t>
            </a:r>
            <a:r>
              <a:rPr lang="en-US" sz="1600" b="1" dirty="0">
                <a:solidFill>
                  <a:srgbClr val="000000"/>
                </a:solidFill>
                <a:latin typeface="Arial"/>
              </a:rPr>
              <a:t>backlog</a:t>
            </a:r>
            <a:r>
              <a:rPr lang="en-US" sz="1600" dirty="0">
                <a:solidFill>
                  <a:srgbClr val="000000"/>
                </a:solidFill>
                <a:latin typeface="Arial"/>
              </a:rPr>
              <a:t> by defining a high-level </a:t>
            </a:r>
            <a:r>
              <a:rPr lang="en-US" sz="1600" b="1" dirty="0">
                <a:solidFill>
                  <a:srgbClr val="000000"/>
                </a:solidFill>
                <a:latin typeface="Arial"/>
              </a:rPr>
              <a:t>system context </a:t>
            </a:r>
            <a:r>
              <a:rPr lang="en-US" sz="1600" dirty="0">
                <a:solidFill>
                  <a:srgbClr val="000000"/>
                </a:solidFill>
                <a:latin typeface="Arial"/>
              </a:rPr>
              <a:t>with other </a:t>
            </a:r>
            <a:r>
              <a:rPr lang="en-US" sz="1600" b="1" dirty="0">
                <a:solidFill>
                  <a:srgbClr val="000000"/>
                </a:solidFill>
                <a:latin typeface="Arial"/>
              </a:rPr>
              <a:t>light-weight architecture design artifacts</a:t>
            </a:r>
          </a:p>
          <a:p>
            <a:pPr marL="228574" indent="-228574">
              <a:buFontTx/>
              <a:buAutoNum type="arabicPeriod"/>
            </a:pPr>
            <a:r>
              <a:rPr lang="en-US" sz="1600" b="1" dirty="0">
                <a:solidFill>
                  <a:srgbClr val="000000"/>
                </a:solidFill>
                <a:latin typeface="Arial"/>
              </a:rPr>
              <a:t>Iteration modeling </a:t>
            </a:r>
            <a:r>
              <a:rPr lang="en-US" sz="1600" dirty="0">
                <a:solidFill>
                  <a:srgbClr val="000000"/>
                </a:solidFill>
                <a:latin typeface="Arial"/>
              </a:rPr>
              <a:t>is conducted during each </a:t>
            </a:r>
            <a:r>
              <a:rPr lang="en-US" sz="1600" b="1" dirty="0">
                <a:solidFill>
                  <a:srgbClr val="000000"/>
                </a:solidFill>
                <a:latin typeface="Arial"/>
              </a:rPr>
              <a:t>iteration</a:t>
            </a:r>
            <a:r>
              <a:rPr lang="en-US" sz="1600" dirty="0">
                <a:solidFill>
                  <a:srgbClr val="000000"/>
                </a:solidFill>
                <a:latin typeface="Arial"/>
              </a:rPr>
              <a:t> to model </a:t>
            </a:r>
            <a:r>
              <a:rPr lang="en-US" sz="1600" b="1" dirty="0">
                <a:solidFill>
                  <a:srgbClr val="000000"/>
                </a:solidFill>
                <a:latin typeface="Arial"/>
              </a:rPr>
              <a:t>just good enough </a:t>
            </a:r>
            <a:r>
              <a:rPr lang="en-US" sz="1600" dirty="0">
                <a:solidFill>
                  <a:srgbClr val="000000"/>
                </a:solidFill>
                <a:latin typeface="Arial"/>
              </a:rPr>
              <a:t>to give good estimates and inform iteration planning</a:t>
            </a:r>
          </a:p>
          <a:p>
            <a:pPr marL="228574" indent="-228574">
              <a:buFontTx/>
              <a:buAutoNum type="arabicPeriod"/>
            </a:pPr>
            <a:r>
              <a:rPr lang="en-US" sz="1600" dirty="0">
                <a:solidFill>
                  <a:srgbClr val="000000"/>
                </a:solidFill>
              </a:rPr>
              <a:t>Additional design through </a:t>
            </a:r>
            <a:r>
              <a:rPr lang="en-US" sz="1600" b="1" dirty="0">
                <a:solidFill>
                  <a:srgbClr val="000000"/>
                </a:solidFill>
              </a:rPr>
              <a:t>model storming </a:t>
            </a:r>
            <a:r>
              <a:rPr lang="en-US" sz="1600" dirty="0">
                <a:solidFill>
                  <a:srgbClr val="000000"/>
                </a:solidFill>
              </a:rPr>
              <a:t>occurs just-in-time and the architecture model is captured through multiple models such </a:t>
            </a:r>
            <a:r>
              <a:rPr lang="en-US" sz="1600" b="1" dirty="0">
                <a:solidFill>
                  <a:srgbClr val="000000"/>
                </a:solidFill>
              </a:rPr>
              <a:t>as Agile Class and Sequence Diagrams</a:t>
            </a:r>
            <a:r>
              <a:rPr lang="en-US" sz="1600" dirty="0">
                <a:solidFill>
                  <a:srgbClr val="000000"/>
                </a:solidFill>
              </a:rPr>
              <a:t> and </a:t>
            </a:r>
            <a:r>
              <a:rPr lang="en-US" sz="1600" b="1" dirty="0">
                <a:solidFill>
                  <a:srgbClr val="000000"/>
                </a:solidFill>
              </a:rPr>
              <a:t>Domain Driven Design</a:t>
            </a:r>
          </a:p>
        </p:txBody>
      </p:sp>
      <p:sp>
        <p:nvSpPr>
          <p:cNvPr id="45" name="Rectangle 44"/>
          <p:cNvSpPr/>
          <p:nvPr/>
        </p:nvSpPr>
        <p:spPr>
          <a:xfrm>
            <a:off x="337447" y="2638495"/>
            <a:ext cx="2710554" cy="4524305"/>
          </a:xfrm>
          <a:prstGeom prst="rect">
            <a:avLst/>
          </a:prstGeom>
        </p:spPr>
        <p:txBody>
          <a:bodyPr wrap="square" lIns="91429" tIns="45715" rIns="91429" bIns="45715">
            <a:spAutoFit/>
          </a:bodyPr>
          <a:lstStyle/>
          <a:p>
            <a:pPr marL="228600" indent="-228600">
              <a:buFont typeface="+mj-lt"/>
              <a:buAutoNum type="arabicPeriod" startAt="4"/>
            </a:pPr>
            <a:r>
              <a:rPr lang="en-US" sz="1600" dirty="0">
                <a:solidFill>
                  <a:srgbClr val="000000"/>
                </a:solidFill>
                <a:latin typeface="Arial"/>
              </a:rPr>
              <a:t>Technical practices such as </a:t>
            </a:r>
            <a:r>
              <a:rPr lang="en-US" sz="1600" b="1" dirty="0">
                <a:solidFill>
                  <a:srgbClr val="000000"/>
                </a:solidFill>
                <a:latin typeface="Arial"/>
              </a:rPr>
              <a:t>test-driven development </a:t>
            </a:r>
            <a:r>
              <a:rPr lang="en-US" sz="1600" dirty="0">
                <a:solidFill>
                  <a:srgbClr val="000000"/>
                </a:solidFill>
                <a:latin typeface="Arial"/>
              </a:rPr>
              <a:t>and </a:t>
            </a:r>
            <a:r>
              <a:rPr lang="en-US" sz="1600" b="1" dirty="0">
                <a:solidFill>
                  <a:srgbClr val="000000"/>
                </a:solidFill>
                <a:latin typeface="Arial"/>
              </a:rPr>
              <a:t>acceptance-test driven development </a:t>
            </a:r>
            <a:r>
              <a:rPr lang="en-US" sz="1600" dirty="0">
                <a:solidFill>
                  <a:srgbClr val="000000"/>
                </a:solidFill>
                <a:latin typeface="Arial"/>
              </a:rPr>
              <a:t>is applied during coding, models are </a:t>
            </a:r>
            <a:r>
              <a:rPr lang="en-US" sz="1600" b="1" dirty="0">
                <a:solidFill>
                  <a:srgbClr val="000000"/>
                </a:solidFill>
                <a:latin typeface="Arial"/>
              </a:rPr>
              <a:t>proved with code </a:t>
            </a:r>
            <a:r>
              <a:rPr lang="en-US" sz="1600" dirty="0">
                <a:solidFill>
                  <a:srgbClr val="000000"/>
                </a:solidFill>
                <a:latin typeface="Arial"/>
              </a:rPr>
              <a:t>and any changes are fed back into the models</a:t>
            </a:r>
          </a:p>
          <a:p>
            <a:pPr marL="228600" indent="-228600">
              <a:buFont typeface="+mj-lt"/>
              <a:buAutoNum type="arabicPeriod" startAt="4"/>
            </a:pPr>
            <a:r>
              <a:rPr lang="en-US" sz="1600" dirty="0">
                <a:solidFill>
                  <a:srgbClr val="000000"/>
                </a:solidFill>
                <a:latin typeface="Arial"/>
              </a:rPr>
              <a:t>Models are displayed publicly and collaboration platforms such as a </a:t>
            </a:r>
            <a:r>
              <a:rPr lang="en-US" sz="1600" b="1" dirty="0">
                <a:solidFill>
                  <a:srgbClr val="000000"/>
                </a:solidFill>
                <a:latin typeface="Arial"/>
              </a:rPr>
              <a:t>Wiki Project Repository</a:t>
            </a:r>
            <a:r>
              <a:rPr lang="en-US" sz="1600" dirty="0">
                <a:solidFill>
                  <a:srgbClr val="000000"/>
                </a:solidFill>
                <a:latin typeface="Arial"/>
              </a:rPr>
              <a:t> is used to capture models</a:t>
            </a:r>
          </a:p>
          <a:p>
            <a:pPr marL="228600" indent="-228600">
              <a:buFont typeface="+mj-lt"/>
              <a:buAutoNum type="arabicPeriod" startAt="4"/>
            </a:pPr>
            <a:r>
              <a:rPr lang="en-US" sz="1600" dirty="0">
                <a:solidFill>
                  <a:srgbClr val="000000"/>
                </a:solidFill>
                <a:latin typeface="Arial"/>
              </a:rPr>
              <a:t>The team </a:t>
            </a:r>
            <a:r>
              <a:rPr lang="en-US" sz="1600" b="1" dirty="0">
                <a:solidFill>
                  <a:srgbClr val="000000"/>
                </a:solidFill>
                <a:latin typeface="Arial"/>
              </a:rPr>
              <a:t>models a bit ahead</a:t>
            </a:r>
            <a:r>
              <a:rPr lang="en-US" sz="1600" dirty="0">
                <a:solidFill>
                  <a:srgbClr val="000000"/>
                </a:solidFill>
                <a:latin typeface="Arial"/>
              </a:rPr>
              <a:t> as needed to reduce overall risk as the team moves forward</a:t>
            </a:r>
          </a:p>
        </p:txBody>
      </p:sp>
    </p:spTree>
    <p:extLst>
      <p:ext uri="{BB962C8B-B14F-4D97-AF65-F5344CB8AC3E}">
        <p14:creationId xmlns:p14="http://schemas.microsoft.com/office/powerpoint/2010/main" val="22458581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p:txBody>
          <a:bodyPr/>
          <a:lstStyle/>
          <a:p>
            <a:r>
              <a:rPr lang="en-US" sz="3100"/>
              <a:t>Software Architecture (RUP)</a:t>
            </a:r>
          </a:p>
        </p:txBody>
      </p:sp>
      <p:sp>
        <p:nvSpPr>
          <p:cNvPr id="12291" name="Content Placeholder 2"/>
          <p:cNvSpPr>
            <a:spLocks noGrp="1"/>
          </p:cNvSpPr>
          <p:nvPr>
            <p:ph idx="1"/>
          </p:nvPr>
        </p:nvSpPr>
        <p:spPr>
          <a:xfrm>
            <a:off x="502920" y="1813560"/>
            <a:ext cx="9052560" cy="2857192"/>
          </a:xfrm>
        </p:spPr>
        <p:txBody>
          <a:bodyPr/>
          <a:lstStyle/>
          <a:p>
            <a:r>
              <a:rPr lang="en-US" sz="1600"/>
              <a:t>According to IBM, using RUP: A Software Architecture of a program or computing system is the structure or structures of the system, which comprise software elements, the externally visible properties of those elements, and the relationships among them. The software architecture of a system or a collection of systems consists of all the important design decisions about the software structures and the interactions between those structures that comprise the systems. Decisions made about software architecture support a desired set of qualities that the system should support to be successful, providing a conceptual basis for system development, support, and maintenance.</a:t>
            </a:r>
          </a:p>
          <a:p>
            <a:pPr>
              <a:buFont typeface="Arial" charset="0"/>
              <a:buNone/>
            </a:pPr>
            <a:endParaRPr lang="en-US" sz="1600"/>
          </a:p>
          <a:p>
            <a:pPr>
              <a:buFont typeface="Arial" charset="0"/>
              <a:buNone/>
            </a:pPr>
            <a:r>
              <a:rPr lang="en-US" sz="1600"/>
              <a:t>	For more information: </a:t>
            </a:r>
            <a:r>
              <a:rPr lang="en-US" sz="1600">
                <a:hlinkClick r:id="rId2"/>
              </a:rPr>
              <a:t>http://www.ibm.com/developerworks/rational/library/feb06/eeles/</a:t>
            </a:r>
            <a:endParaRPr lang="en-US" sz="1600"/>
          </a:p>
        </p:txBody>
      </p:sp>
    </p:spTree>
    <p:extLst>
      <p:ext uri="{BB962C8B-B14F-4D97-AF65-F5344CB8AC3E}">
        <p14:creationId xmlns:p14="http://schemas.microsoft.com/office/powerpoint/2010/main" val="30477663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r>
              <a:rPr lang="en-US" sz="3100"/>
              <a:t>Architecture Key Mechanism (RUP) </a:t>
            </a:r>
          </a:p>
        </p:txBody>
      </p:sp>
      <p:sp>
        <p:nvSpPr>
          <p:cNvPr id="13315" name="Content Placeholder 2"/>
          <p:cNvSpPr>
            <a:spLocks noGrp="1"/>
          </p:cNvSpPr>
          <p:nvPr>
            <p:ph idx="1"/>
          </p:nvPr>
        </p:nvSpPr>
        <p:spPr>
          <a:xfrm>
            <a:off x="502920" y="1813560"/>
            <a:ext cx="9052560" cy="3193182"/>
          </a:xfrm>
        </p:spPr>
        <p:txBody>
          <a:bodyPr/>
          <a:lstStyle/>
          <a:p>
            <a:r>
              <a:rPr lang="en-US" sz="1600"/>
              <a:t>Architecture Mechanism represents common concrete solutions to frequently encountered problems. They may be patterns of structure, patterns of behavior, or both. 3 categories of architecture mechanisms include:</a:t>
            </a:r>
          </a:p>
          <a:p>
            <a:endParaRPr lang="en-US" sz="1600"/>
          </a:p>
          <a:p>
            <a:pPr lvl="1">
              <a:buFont typeface="Calibri" pitchFamily="34" charset="0"/>
              <a:buAutoNum type="arabicPeriod"/>
            </a:pPr>
            <a:r>
              <a:rPr lang="en-US" sz="1300"/>
              <a:t>Analysis Mechanism (eg. Communication)</a:t>
            </a:r>
          </a:p>
          <a:p>
            <a:pPr lvl="1">
              <a:buFont typeface="Calibri" pitchFamily="34" charset="0"/>
              <a:buAutoNum type="arabicPeriod"/>
            </a:pPr>
            <a:r>
              <a:rPr lang="en-US" sz="1300"/>
              <a:t>Design Mechanism (eg. Message queue)</a:t>
            </a:r>
          </a:p>
          <a:p>
            <a:pPr lvl="1">
              <a:buFont typeface="Calibri" pitchFamily="34" charset="0"/>
              <a:buAutoNum type="arabicPeriod"/>
            </a:pPr>
            <a:r>
              <a:rPr lang="en-US" sz="1300"/>
              <a:t>Implementation Mechanisms (eg. Oracle)</a:t>
            </a:r>
          </a:p>
          <a:p>
            <a:pPr>
              <a:buFont typeface="Arial" charset="0"/>
              <a:buNone/>
            </a:pPr>
            <a:endParaRPr lang="en-US" sz="1600"/>
          </a:p>
          <a:p>
            <a:pPr>
              <a:buFont typeface="Arial" charset="0"/>
              <a:buNone/>
            </a:pPr>
            <a:r>
              <a:rPr lang="en-US" sz="1600"/>
              <a:t>	For more information: </a:t>
            </a:r>
            <a:r>
              <a:rPr lang="en-US" sz="1600">
                <a:hlinkClick r:id="rId2"/>
              </a:rPr>
              <a:t>http://www.ibm.com/developerworks/rational/library/4706.html</a:t>
            </a:r>
            <a:endParaRPr lang="en-US" sz="1600"/>
          </a:p>
        </p:txBody>
      </p:sp>
    </p:spTree>
    <p:extLst>
      <p:ext uri="{BB962C8B-B14F-4D97-AF65-F5344CB8AC3E}">
        <p14:creationId xmlns:p14="http://schemas.microsoft.com/office/powerpoint/2010/main" val="42085146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lstStyle/>
          <a:p>
            <a:r>
              <a:rPr lang="en-US" sz="3100"/>
              <a:t>4 + 1 Views (RUP)</a:t>
            </a:r>
          </a:p>
        </p:txBody>
      </p:sp>
      <p:sp>
        <p:nvSpPr>
          <p:cNvPr id="14339" name="Content Placeholder 2"/>
          <p:cNvSpPr>
            <a:spLocks noGrp="1"/>
          </p:cNvSpPr>
          <p:nvPr>
            <p:ph idx="1"/>
          </p:nvPr>
        </p:nvSpPr>
        <p:spPr>
          <a:xfrm>
            <a:off x="502920" y="1813560"/>
            <a:ext cx="9052560" cy="4434547"/>
          </a:xfrm>
        </p:spPr>
        <p:txBody>
          <a:bodyPr/>
          <a:lstStyle/>
          <a:p>
            <a:r>
              <a:rPr lang="en-US" sz="1600"/>
              <a:t>The 4+1 View Model of Software Architecture organizes a description of a software architecture using five concurrent views, each of which addresses a specific set of concerns Developers capture their design decisions in four views and use the fifth view to illustrate and validate them. This use of multiple views allows one to address the concerns of the various “stakeholders” of the architecture seperately and to handle separately the functional and nonfunctional requirements. The 4 + 1 views are as follows:</a:t>
            </a:r>
          </a:p>
          <a:p>
            <a:endParaRPr lang="en-US" sz="1600"/>
          </a:p>
          <a:p>
            <a:pPr lvl="1"/>
            <a:r>
              <a:rPr lang="en-US" sz="1300"/>
              <a:t>Logical View – functionality</a:t>
            </a:r>
          </a:p>
          <a:p>
            <a:pPr lvl="1"/>
            <a:r>
              <a:rPr lang="en-US" sz="1300"/>
              <a:t>Implementation View – software management</a:t>
            </a:r>
          </a:p>
          <a:p>
            <a:pPr lvl="1"/>
            <a:r>
              <a:rPr lang="en-US" sz="1300"/>
              <a:t>Process View – performance, scalability, throughput</a:t>
            </a:r>
          </a:p>
          <a:p>
            <a:pPr lvl="1"/>
            <a:r>
              <a:rPr lang="en-US" sz="1300"/>
              <a:t>Deployment View – system topology, delivery, installation communication</a:t>
            </a:r>
          </a:p>
          <a:p>
            <a:pPr lvl="1"/>
            <a:r>
              <a:rPr lang="en-US" sz="1300"/>
              <a:t>User-Case View 0- the final view, overlaps each one of these standalone and independent views </a:t>
            </a:r>
          </a:p>
          <a:p>
            <a:pPr>
              <a:buFont typeface="Arial" charset="0"/>
              <a:buNone/>
            </a:pPr>
            <a:endParaRPr lang="en-US" sz="1600"/>
          </a:p>
          <a:p>
            <a:pPr>
              <a:buFont typeface="Arial" charset="0"/>
              <a:buNone/>
            </a:pPr>
            <a:r>
              <a:rPr lang="en-US" sz="1600"/>
              <a:t>	For more information: </a:t>
            </a:r>
            <a:r>
              <a:rPr lang="en-US" sz="1600">
                <a:hlinkClick r:id="rId2"/>
              </a:rPr>
              <a:t>http://www.pld.ttu.ee/~kruus/db_is02.pdf</a:t>
            </a:r>
            <a:endParaRPr lang="en-US" sz="1600"/>
          </a:p>
        </p:txBody>
      </p:sp>
    </p:spTree>
    <p:extLst>
      <p:ext uri="{BB962C8B-B14F-4D97-AF65-F5344CB8AC3E}">
        <p14:creationId xmlns:p14="http://schemas.microsoft.com/office/powerpoint/2010/main" val="6242952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r>
              <a:rPr lang="en-US" sz="3100"/>
              <a:t>Emerging Design (Code Craftsmanship)</a:t>
            </a:r>
          </a:p>
        </p:txBody>
      </p:sp>
      <p:sp>
        <p:nvSpPr>
          <p:cNvPr id="15363" name="Content Placeholder 2"/>
          <p:cNvSpPr>
            <a:spLocks noGrp="1"/>
          </p:cNvSpPr>
          <p:nvPr>
            <p:ph idx="1"/>
          </p:nvPr>
        </p:nvSpPr>
        <p:spPr>
          <a:xfrm>
            <a:off x="502920" y="1813560"/>
            <a:ext cx="9052560" cy="2857192"/>
          </a:xfrm>
        </p:spPr>
        <p:txBody>
          <a:bodyPr/>
          <a:lstStyle/>
          <a:p>
            <a:r>
              <a:rPr lang="en-US" sz="1600"/>
              <a:t>Emerging design is a principle in Agile for which a team starts delivering functionality and lets the design emerge. Development will take a functionality and implement it using best practices and proper test coverage, then then move on to delivering another functionality. When the second functionality is being or have finished being built, the team will assess what has been done and refactor out the commonality, allowing the design to emerge. This continuous process eventually produces the smallest set of the design needed. The end result is a smaller code base, which naturally has less room for defects and a lower cost of maintenance.</a:t>
            </a:r>
            <a:endParaRPr lang="en-US" sz="1300"/>
          </a:p>
          <a:p>
            <a:pPr>
              <a:buFont typeface="Arial" charset="0"/>
              <a:buNone/>
            </a:pPr>
            <a:endParaRPr lang="en-US" sz="1600"/>
          </a:p>
          <a:p>
            <a:pPr>
              <a:buFont typeface="Arial" charset="0"/>
              <a:buNone/>
            </a:pPr>
            <a:r>
              <a:rPr lang="en-US" sz="1600"/>
              <a:t>	For more information: </a:t>
            </a:r>
            <a:r>
              <a:rPr lang="en-US" sz="1600">
                <a:hlinkClick r:id="rId2"/>
              </a:rPr>
              <a:t>http://www.softwarereality.com/design/early_prototyping.jsp</a:t>
            </a:r>
            <a:endParaRPr lang="en-US" sz="1600"/>
          </a:p>
        </p:txBody>
      </p:sp>
    </p:spTree>
    <p:extLst>
      <p:ext uri="{BB962C8B-B14F-4D97-AF65-F5344CB8AC3E}">
        <p14:creationId xmlns:p14="http://schemas.microsoft.com/office/powerpoint/2010/main" val="17055641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r>
              <a:rPr lang="en-US" sz="3100"/>
              <a:t>Model Storming</a:t>
            </a:r>
          </a:p>
        </p:txBody>
      </p:sp>
      <p:sp>
        <p:nvSpPr>
          <p:cNvPr id="17411" name="Content Placeholder 2"/>
          <p:cNvSpPr>
            <a:spLocks noGrp="1"/>
          </p:cNvSpPr>
          <p:nvPr>
            <p:ph idx="1"/>
          </p:nvPr>
        </p:nvSpPr>
        <p:spPr>
          <a:xfrm>
            <a:off x="502920" y="1813560"/>
            <a:ext cx="9052560" cy="3936975"/>
          </a:xfrm>
        </p:spPr>
        <p:txBody>
          <a:bodyPr/>
          <a:lstStyle/>
          <a:p>
            <a:r>
              <a:rPr lang="en-US" sz="1600"/>
              <a:t>Model storming is just in time (JIT) modeling: when an issue needs to be resolved, the team gets together, explores the issue, identifies what needs to be done and then proceeds to resolve it. Model storming is an Agile implementation of JAD (Joint Application Design) and the team should be cross-functional and may involve business SMEs. Common artifacts generated from a model storming session are:</a:t>
            </a:r>
          </a:p>
          <a:p>
            <a:endParaRPr lang="en-US" sz="1600"/>
          </a:p>
          <a:p>
            <a:pPr lvl="1"/>
            <a:r>
              <a:rPr lang="en-US" sz="1300"/>
              <a:t>Agile class and sequence diagrams</a:t>
            </a:r>
          </a:p>
          <a:p>
            <a:pPr lvl="1"/>
            <a:r>
              <a:rPr lang="en-US" sz="1300"/>
              <a:t>CRC</a:t>
            </a:r>
          </a:p>
          <a:p>
            <a:pPr lvl="1"/>
            <a:r>
              <a:rPr lang="en-US" sz="1300"/>
              <a:t>Agile architecture</a:t>
            </a:r>
          </a:p>
          <a:p>
            <a:pPr lvl="1"/>
            <a:r>
              <a:rPr lang="en-US" sz="1300"/>
              <a:t>Domain model</a:t>
            </a:r>
            <a:endParaRPr lang="en-US" sz="1600"/>
          </a:p>
          <a:p>
            <a:endParaRPr lang="en-US" sz="1600"/>
          </a:p>
          <a:p>
            <a:pPr>
              <a:buFont typeface="Arial" charset="0"/>
              <a:buNone/>
            </a:pPr>
            <a:r>
              <a:rPr lang="en-US" sz="1600"/>
              <a:t>	For more information: </a:t>
            </a:r>
            <a:r>
              <a:rPr lang="en-US" sz="1600">
                <a:hlinkClick r:id="rId2"/>
              </a:rPr>
              <a:t>http://www.agilemodeling.com/essays/modelStorming.htm</a:t>
            </a:r>
            <a:endParaRPr lang="en-US" sz="1600"/>
          </a:p>
        </p:txBody>
      </p:sp>
    </p:spTree>
    <p:extLst>
      <p:ext uri="{BB962C8B-B14F-4D97-AF65-F5344CB8AC3E}">
        <p14:creationId xmlns:p14="http://schemas.microsoft.com/office/powerpoint/2010/main" val="9490174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r>
              <a:rPr lang="en-US" sz="3100"/>
              <a:t>System Metaphor</a:t>
            </a:r>
          </a:p>
        </p:txBody>
      </p:sp>
      <p:sp>
        <p:nvSpPr>
          <p:cNvPr id="19459" name="Content Placeholder 2"/>
          <p:cNvSpPr>
            <a:spLocks noGrp="1"/>
          </p:cNvSpPr>
          <p:nvPr>
            <p:ph idx="1"/>
          </p:nvPr>
        </p:nvSpPr>
        <p:spPr>
          <a:xfrm>
            <a:off x="502920" y="1813560"/>
            <a:ext cx="9052560" cy="3103414"/>
          </a:xfrm>
        </p:spPr>
        <p:txBody>
          <a:bodyPr/>
          <a:lstStyle/>
          <a:p>
            <a:r>
              <a:rPr lang="en-US" sz="1600"/>
              <a:t>A System metaphor used in Extreme Programming in place of a formal architecture to tell a simple shared story of how the system works, a metaphor. This story typically involves a handful of classes and patterns that shape the core flow of the system being built.  It's a naming concept for classes and methods that should make it easy for a team member to guess the functionality of a particular class/method, from its name only.  An ubiquitous language  (common, rigorous language between developers and users) is used such that confusion in wording of things are minimized. It is XP’s approach to domain driven design, with naming of classes and their responsibilities to reflect the business meaning, and an intention to create intuitive code. </a:t>
            </a:r>
          </a:p>
          <a:p>
            <a:pPr>
              <a:buFont typeface="Arial" charset="0"/>
              <a:buNone/>
            </a:pPr>
            <a:endParaRPr lang="en-US" sz="1600"/>
          </a:p>
          <a:p>
            <a:pPr>
              <a:buFont typeface="Arial" charset="0"/>
              <a:buNone/>
            </a:pPr>
            <a:r>
              <a:rPr lang="en-US" sz="1600"/>
              <a:t>	For more information: </a:t>
            </a:r>
            <a:r>
              <a:rPr lang="en-US" sz="1600">
                <a:hlinkClick r:id="rId2"/>
              </a:rPr>
              <a:t>http://www.extremeprogramming.org/rules/metaphor.html</a:t>
            </a:r>
            <a:endParaRPr lang="en-US" sz="1600"/>
          </a:p>
        </p:txBody>
      </p:sp>
    </p:spTree>
    <p:extLst>
      <p:ext uri="{BB962C8B-B14F-4D97-AF65-F5344CB8AC3E}">
        <p14:creationId xmlns:p14="http://schemas.microsoft.com/office/powerpoint/2010/main" val="4545604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r>
              <a:rPr lang="en-US" sz="3100"/>
              <a:t>Non-functional Requirements</a:t>
            </a:r>
          </a:p>
        </p:txBody>
      </p:sp>
      <p:sp>
        <p:nvSpPr>
          <p:cNvPr id="23555" name="Content Placeholder 2"/>
          <p:cNvSpPr>
            <a:spLocks noGrp="1"/>
          </p:cNvSpPr>
          <p:nvPr>
            <p:ph idx="1"/>
          </p:nvPr>
        </p:nvSpPr>
        <p:spPr>
          <a:xfrm>
            <a:off x="502920" y="1813560"/>
            <a:ext cx="9052560" cy="2364750"/>
          </a:xfrm>
        </p:spPr>
        <p:txBody>
          <a:bodyPr/>
          <a:lstStyle/>
          <a:p>
            <a:r>
              <a:rPr lang="en-US" sz="1600"/>
              <a:t>Unlike functional requirements, which define specific behavior or functions, non-functional requirements describe qualities of a system (what it is), and are requirements that specify criteria that can be used to judge the operation of a system, rather than specific behaviors. For example, a non-functional requirement of a system may be to have “sufficient network bandwidth”. Technical tests are often written to verify non-functional requirements.</a:t>
            </a:r>
          </a:p>
          <a:p>
            <a:endParaRPr lang="en-US" sz="1600"/>
          </a:p>
          <a:p>
            <a:pPr>
              <a:buFont typeface="Arial" charset="0"/>
              <a:buNone/>
            </a:pPr>
            <a:r>
              <a:rPr lang="en-US" sz="1600"/>
              <a:t>	For more information: </a:t>
            </a:r>
            <a:r>
              <a:rPr lang="en-US" sz="1600">
                <a:hlinkClick r:id="rId2"/>
              </a:rPr>
              <a:t>http://www.infoq.com/news/2008/11/nonfunctional-requirements</a:t>
            </a:r>
            <a:endParaRPr lang="en-US" sz="1600"/>
          </a:p>
        </p:txBody>
      </p:sp>
    </p:spTree>
    <p:extLst>
      <p:ext uri="{BB962C8B-B14F-4D97-AF65-F5344CB8AC3E}">
        <p14:creationId xmlns:p14="http://schemas.microsoft.com/office/powerpoint/2010/main" val="8469713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p:txBody>
          <a:bodyPr/>
          <a:lstStyle/>
          <a:p>
            <a:r>
              <a:rPr lang="en-US" sz="3100"/>
              <a:t>System Context Diagrams</a:t>
            </a:r>
          </a:p>
        </p:txBody>
      </p:sp>
      <p:sp>
        <p:nvSpPr>
          <p:cNvPr id="24579" name="Content Placeholder 2"/>
          <p:cNvSpPr>
            <a:spLocks noGrp="1"/>
          </p:cNvSpPr>
          <p:nvPr>
            <p:ph idx="1"/>
          </p:nvPr>
        </p:nvSpPr>
        <p:spPr>
          <a:xfrm>
            <a:off x="502920" y="1813560"/>
            <a:ext cx="9052560" cy="2364750"/>
          </a:xfrm>
        </p:spPr>
        <p:txBody>
          <a:bodyPr/>
          <a:lstStyle/>
          <a:p>
            <a:r>
              <a:rPr lang="en-US" sz="1600"/>
              <a:t>System Context Diagrams are diagrams used to represent important external factors that interact with the system at hand in order to focus attention on external factors and events that should be considered in developing a complete set of system requirements and constraints. These diagrams usually pictures the system at the center, with no details of its interior structure, surrounded by all its interacting systems, environment and activities. </a:t>
            </a:r>
            <a:endParaRPr lang="en-US" sz="1600" baseline="30000"/>
          </a:p>
          <a:p>
            <a:endParaRPr lang="en-US" sz="1600"/>
          </a:p>
          <a:p>
            <a:pPr>
              <a:buFont typeface="Arial" charset="0"/>
              <a:buNone/>
            </a:pPr>
            <a:r>
              <a:rPr lang="en-US" sz="1600"/>
              <a:t>	For more information: </a:t>
            </a:r>
            <a:r>
              <a:rPr lang="en-US" sz="1600">
                <a:hlinkClick r:id="rId2"/>
              </a:rPr>
              <a:t>http://en.wikipedia.org/wiki/System_context_diagram</a:t>
            </a:r>
            <a:endParaRPr lang="en-US" sz="1600"/>
          </a:p>
        </p:txBody>
      </p:sp>
    </p:spTree>
    <p:extLst>
      <p:ext uri="{BB962C8B-B14F-4D97-AF65-F5344CB8AC3E}">
        <p14:creationId xmlns:p14="http://schemas.microsoft.com/office/powerpoint/2010/main" val="21803279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r>
              <a:rPr lang="en-US" sz="3100"/>
              <a:t>Domain/Service Model</a:t>
            </a:r>
          </a:p>
        </p:txBody>
      </p:sp>
      <p:sp>
        <p:nvSpPr>
          <p:cNvPr id="25603" name="Content Placeholder 2"/>
          <p:cNvSpPr>
            <a:spLocks noGrp="1"/>
          </p:cNvSpPr>
          <p:nvPr>
            <p:ph idx="1"/>
          </p:nvPr>
        </p:nvSpPr>
        <p:spPr>
          <a:xfrm>
            <a:off x="502920" y="1813560"/>
            <a:ext cx="9052560" cy="2118529"/>
          </a:xfrm>
        </p:spPr>
        <p:txBody>
          <a:bodyPr/>
          <a:lstStyle/>
          <a:p>
            <a:r>
              <a:rPr lang="en-US" sz="1600"/>
              <a:t>The domain model is a model consisting of all entities within a problem domain, their relationships, attributes, and constraints. The purpose is to create a standardized vocabulary and key concepts of the problem domain. By doing so, it describes and constrains the scope of the problem domain, making it a very useful communication tool for the technical and business teams.</a:t>
            </a:r>
          </a:p>
          <a:p>
            <a:pPr>
              <a:buFont typeface="Arial" charset="0"/>
              <a:buNone/>
            </a:pPr>
            <a:endParaRPr lang="en-US" sz="1600"/>
          </a:p>
          <a:p>
            <a:pPr>
              <a:buFont typeface="Arial" charset="0"/>
              <a:buNone/>
            </a:pPr>
            <a:r>
              <a:rPr lang="en-US" sz="1600"/>
              <a:t>	For more information: </a:t>
            </a:r>
            <a:r>
              <a:rPr lang="en-US" sz="1600">
                <a:hlinkClick r:id="rId2"/>
              </a:rPr>
              <a:t>http://domaindrivendesign.org/resources/what_is_ddd</a:t>
            </a:r>
            <a:endParaRPr lang="en-US" sz="1600"/>
          </a:p>
        </p:txBody>
      </p:sp>
    </p:spTree>
    <p:extLst>
      <p:ext uri="{BB962C8B-B14F-4D97-AF65-F5344CB8AC3E}">
        <p14:creationId xmlns:p14="http://schemas.microsoft.com/office/powerpoint/2010/main" val="8512748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Title 1"/>
          <p:cNvSpPr>
            <a:spLocks noGrp="1"/>
          </p:cNvSpPr>
          <p:nvPr>
            <p:ph type="title"/>
          </p:nvPr>
        </p:nvSpPr>
        <p:spPr/>
        <p:txBody>
          <a:bodyPr/>
          <a:lstStyle/>
          <a:p>
            <a:r>
              <a:rPr lang="en-US" sz="3100"/>
              <a:t>Architectural POC</a:t>
            </a:r>
          </a:p>
        </p:txBody>
      </p:sp>
      <p:sp>
        <p:nvSpPr>
          <p:cNvPr id="97283" name="Content Placeholder 2"/>
          <p:cNvSpPr>
            <a:spLocks noGrp="1"/>
          </p:cNvSpPr>
          <p:nvPr>
            <p:ph idx="1"/>
          </p:nvPr>
        </p:nvSpPr>
        <p:spPr>
          <a:xfrm>
            <a:off x="502920" y="1813560"/>
            <a:ext cx="9052560" cy="2192908"/>
          </a:xfrm>
        </p:spPr>
        <p:txBody>
          <a:bodyPr/>
          <a:lstStyle/>
          <a:p>
            <a:r>
              <a:rPr lang="en-US" sz="1600"/>
              <a:t>Architectural proof-of-concepts are development efforts based on design that is created to learn by doing and test the feasibility of uncertain architectural options.</a:t>
            </a:r>
          </a:p>
          <a:p>
            <a:endParaRPr lang="en-US" sz="1600"/>
          </a:p>
          <a:p>
            <a:pPr>
              <a:buFont typeface="Arial" charset="0"/>
              <a:buNone/>
            </a:pPr>
            <a:r>
              <a:rPr lang="en-US" sz="1600"/>
              <a:t>	For more information: </a:t>
            </a:r>
            <a:r>
              <a:rPr lang="en-US" sz="1600">
                <a:hlinkClick r:id="rId2"/>
              </a:rPr>
              <a:t>http://msdn.microsoft.com/en-us/library/cc168618.aspx</a:t>
            </a:r>
            <a:endParaRPr lang="en-US" sz="1600"/>
          </a:p>
          <a:p>
            <a:endParaRPr lang="en-US" sz="1600"/>
          </a:p>
        </p:txBody>
      </p:sp>
    </p:spTree>
    <p:extLst>
      <p:ext uri="{BB962C8B-B14F-4D97-AF65-F5344CB8AC3E}">
        <p14:creationId xmlns:p14="http://schemas.microsoft.com/office/powerpoint/2010/main" val="38945135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Title 1"/>
          <p:cNvSpPr>
            <a:spLocks noGrp="1"/>
          </p:cNvSpPr>
          <p:nvPr>
            <p:ph type="title"/>
          </p:nvPr>
        </p:nvSpPr>
        <p:spPr/>
        <p:txBody>
          <a:bodyPr/>
          <a:lstStyle/>
          <a:p>
            <a:r>
              <a:rPr lang="en-US" sz="3100"/>
              <a:t>Architectural Baseline</a:t>
            </a:r>
          </a:p>
        </p:txBody>
      </p:sp>
      <p:sp>
        <p:nvSpPr>
          <p:cNvPr id="71683" name="Content Placeholder 2"/>
          <p:cNvSpPr>
            <a:spLocks noGrp="1"/>
          </p:cNvSpPr>
          <p:nvPr>
            <p:ph idx="1"/>
          </p:nvPr>
        </p:nvSpPr>
        <p:spPr>
          <a:xfrm>
            <a:off x="502920" y="1813560"/>
            <a:ext cx="9052560" cy="3670236"/>
          </a:xfrm>
        </p:spPr>
        <p:txBody>
          <a:bodyPr/>
          <a:lstStyle/>
          <a:p>
            <a:r>
              <a:rPr lang="en-US" sz="1600"/>
              <a:t> The architecture baseline is a subset of the entire system. The baseline has versions of all the models that the full-fledged system has at the end of the project, including the same skeleton of subsystems, components, and nodes, but not all the musculature. However, they do have behavior, and they are executable code. The architecture baseline evolves to become the full-fledged system, perhaps with some minor changes to the structure and behavior but the changes are minor because, at the end of the elaboration or architectural iterations, we have by definition a stable architecture. The architectural baseline should be designed and built early to mitigate technical risk and prove the architecture.</a:t>
            </a:r>
          </a:p>
          <a:p>
            <a:endParaRPr lang="en-US" sz="1600"/>
          </a:p>
          <a:p>
            <a:pPr>
              <a:buFont typeface="Arial" charset="0"/>
              <a:buNone/>
            </a:pPr>
            <a:r>
              <a:rPr lang="en-US" sz="1600"/>
              <a:t>	For more information: </a:t>
            </a:r>
            <a:r>
              <a:rPr lang="en-US" sz="1600">
                <a:hlinkClick r:id="rId2"/>
              </a:rPr>
              <a:t>http://www.informit.com/articles/article.aspx?p=375542&amp;seqNum=3</a:t>
            </a:r>
            <a:endParaRPr lang="en-US" sz="1600"/>
          </a:p>
          <a:p>
            <a:endParaRPr lang="en-US" sz="1600"/>
          </a:p>
        </p:txBody>
      </p:sp>
    </p:spTree>
    <p:extLst>
      <p:ext uri="{BB962C8B-B14F-4D97-AF65-F5344CB8AC3E}">
        <p14:creationId xmlns:p14="http://schemas.microsoft.com/office/powerpoint/2010/main" val="305424814"/>
      </p:ext>
    </p:extLst>
  </p:cSld>
  <p:clrMapOvr>
    <a:masterClrMapping/>
  </p:clrMapOvr>
</p:sld>
</file>

<file path=ppt/theme/theme1.xml><?xml version="1.0" encoding="utf-8"?>
<a:theme xmlns:a="http://schemas.openxmlformats.org/drawingml/2006/main" name="Canadian S&amp;O Template 082407">
  <a:themeElements>
    <a:clrScheme name="">
      <a:dk1>
        <a:srgbClr val="000000"/>
      </a:dk1>
      <a:lt1>
        <a:srgbClr val="FFFFFF"/>
      </a:lt1>
      <a:dk2>
        <a:srgbClr val="99CC33"/>
      </a:dk2>
      <a:lt2>
        <a:srgbClr val="009999"/>
      </a:lt2>
      <a:accent1>
        <a:srgbClr val="003399"/>
      </a:accent1>
      <a:accent2>
        <a:srgbClr val="8099CC"/>
      </a:accent2>
      <a:accent3>
        <a:srgbClr val="FFFFFF"/>
      </a:accent3>
      <a:accent4>
        <a:srgbClr val="000000"/>
      </a:accent4>
      <a:accent5>
        <a:srgbClr val="AAADCA"/>
      </a:accent5>
      <a:accent6>
        <a:srgbClr val="738AB9"/>
      </a:accent6>
      <a:hlink>
        <a:srgbClr val="80CCCC"/>
      </a:hlink>
      <a:folHlink>
        <a:srgbClr val="4066B2"/>
      </a:folHlink>
    </a:clrScheme>
    <a:fontScheme name="Canadian S&amp;O Template 082407">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noFill/>
        <a:ln w="12700" cap="rnd">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wrap="none" anchor="ctr"/>
      <a:lstStyle>
        <a:defPPr algn="ctr" eaLnBrk="0" hangingPunct="0">
          <a:lnSpc>
            <a:spcPct val="106000"/>
          </a:lnSpc>
          <a:defRPr>
            <a:solidFill>
              <a:srgbClr val="FFFFFF"/>
            </a:solidFill>
            <a:latin typeface="Arial" pitchFamily="34" charset="0"/>
            <a:cs typeface="+mn-cs"/>
          </a:defRPr>
        </a:defPPr>
      </a:lstStyle>
    </a:spDef>
    <a:lnDef>
      <a:spPr bwMode="auto">
        <a:solidFill>
          <a:schemeClr val="accent1"/>
        </a:solidFill>
        <a:ln w="19050"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89803" dir="2700000" algn="ctr" rotWithShape="0">
                  <a:schemeClr val="bg2"/>
                </a:outerShdw>
              </a:effectLst>
            </a14:hiddenEffects>
          </a:ext>
        </a:extLst>
      </a:spPr>
      <a:bodyPr/>
      <a:lstStyle/>
    </a:lnDef>
  </a:objectDefaults>
  <a:extraClrSchemeLst>
    <a:extraClrScheme>
      <a:clrScheme name="Canadian S&amp;O Template 082407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anadian S&amp;O Template 082407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anadian S&amp;O Template 082407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anadian S&amp;O Template 082407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anadian S&amp;O Template 082407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anadian S&amp;O Template 082407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anadian S&amp;O Template 082407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Canadian S&amp;O Template 082407 8">
        <a:dk1>
          <a:srgbClr val="000000"/>
        </a:dk1>
        <a:lt1>
          <a:srgbClr val="FFFFFF"/>
        </a:lt1>
        <a:dk2>
          <a:srgbClr val="B2CADB"/>
        </a:dk2>
        <a:lt2>
          <a:srgbClr val="1D3A6A"/>
        </a:lt2>
        <a:accent1>
          <a:srgbClr val="DED3B6"/>
        </a:accent1>
        <a:accent2>
          <a:srgbClr val="EAB58E"/>
        </a:accent2>
        <a:accent3>
          <a:srgbClr val="FFFFFF"/>
        </a:accent3>
        <a:accent4>
          <a:srgbClr val="000000"/>
        </a:accent4>
        <a:accent5>
          <a:srgbClr val="ECE6D7"/>
        </a:accent5>
        <a:accent6>
          <a:srgbClr val="D4A480"/>
        </a:accent6>
        <a:hlink>
          <a:srgbClr val="F5DDCB"/>
        </a:hlink>
        <a:folHlink>
          <a:srgbClr val="FEF2D2"/>
        </a:folHlink>
      </a:clrScheme>
      <a:clrMap bg1="lt1" tx1="dk1" bg2="lt2" tx2="dk2" accent1="accent1" accent2="accent2" accent3="accent3" accent4="accent4" accent5="accent5" accent6="accent6" hlink="hlink" folHlink="folHlink"/>
    </a:extraClrScheme>
    <a:extraClrScheme>
      <a:clrScheme name="Canadian S&amp;O Template 082407 9">
        <a:dk1>
          <a:srgbClr val="000000"/>
        </a:dk1>
        <a:lt1>
          <a:srgbClr val="FFFFFF"/>
        </a:lt1>
        <a:dk2>
          <a:srgbClr val="FEF2D2"/>
        </a:dk2>
        <a:lt2>
          <a:srgbClr val="1D3A6A"/>
        </a:lt2>
        <a:accent1>
          <a:srgbClr val="B2CADB"/>
        </a:accent1>
        <a:accent2>
          <a:srgbClr val="DED3B6"/>
        </a:accent2>
        <a:accent3>
          <a:srgbClr val="FFFFFF"/>
        </a:accent3>
        <a:accent4>
          <a:srgbClr val="000000"/>
        </a:accent4>
        <a:accent5>
          <a:srgbClr val="D5E1EA"/>
        </a:accent5>
        <a:accent6>
          <a:srgbClr val="C9BFA5"/>
        </a:accent6>
        <a:hlink>
          <a:srgbClr val="EAB58E"/>
        </a:hlink>
        <a:folHlink>
          <a:srgbClr val="F5DDCB"/>
        </a:folHlink>
      </a:clrScheme>
      <a:clrMap bg1="lt1" tx1="dk1" bg2="lt2" tx2="dk2" accent1="accent1" accent2="accent2" accent3="accent3" accent4="accent4" accent5="accent5" accent6="accent6" hlink="hlink" folHlink="folHlink"/>
    </a:extraClrScheme>
    <a:extraClrScheme>
      <a:clrScheme name="Canadian S&amp;O Template 082407 10">
        <a:dk1>
          <a:srgbClr val="000000"/>
        </a:dk1>
        <a:lt1>
          <a:srgbClr val="FFFFFF"/>
        </a:lt1>
        <a:dk2>
          <a:srgbClr val="F1EDE1"/>
        </a:dk2>
        <a:lt2>
          <a:srgbClr val="091D5D"/>
        </a:lt2>
        <a:accent1>
          <a:srgbClr val="9DA5BE"/>
        </a:accent1>
        <a:accent2>
          <a:srgbClr val="85C2FE"/>
        </a:accent2>
        <a:accent3>
          <a:srgbClr val="FFFFFF"/>
        </a:accent3>
        <a:accent4>
          <a:srgbClr val="000000"/>
        </a:accent4>
        <a:accent5>
          <a:srgbClr val="CCCFDB"/>
        </a:accent5>
        <a:accent6>
          <a:srgbClr val="78B0E6"/>
        </a:accent6>
        <a:hlink>
          <a:srgbClr val="ADD6FF"/>
        </a:hlink>
        <a:folHlink>
          <a:srgbClr val="D6EBFF"/>
        </a:folHlink>
      </a:clrScheme>
      <a:clrMap bg1="lt1" tx1="dk1" bg2="lt2" tx2="dk2" accent1="accent1" accent2="accent2" accent3="accent3" accent4="accent4" accent5="accent5" accent6="accent6" hlink="hlink" folHlink="folHlink"/>
    </a:extraClrScheme>
    <a:extraClrScheme>
      <a:clrScheme name="Canadian S&amp;O Template 082407 11">
        <a:dk1>
          <a:srgbClr val="AFAFAF"/>
        </a:dk1>
        <a:lt1>
          <a:srgbClr val="FFFFFF"/>
        </a:lt1>
        <a:dk2>
          <a:srgbClr val="F1EDE1"/>
        </a:dk2>
        <a:lt2>
          <a:srgbClr val="091D5D"/>
        </a:lt2>
        <a:accent1>
          <a:srgbClr val="85C2FE"/>
        </a:accent1>
        <a:accent2>
          <a:srgbClr val="ADD6FF"/>
        </a:accent2>
        <a:accent3>
          <a:srgbClr val="FFFFFF"/>
        </a:accent3>
        <a:accent4>
          <a:srgbClr val="959595"/>
        </a:accent4>
        <a:accent5>
          <a:srgbClr val="C2DDFE"/>
        </a:accent5>
        <a:accent6>
          <a:srgbClr val="9CC2E7"/>
        </a:accent6>
        <a:hlink>
          <a:srgbClr val="C6C1D6"/>
        </a:hlink>
        <a:folHlink>
          <a:srgbClr val="F1EDE1"/>
        </a:folHlink>
      </a:clrScheme>
      <a:clrMap bg1="lt1" tx1="dk1" bg2="lt2" tx2="dk2" accent1="accent1" accent2="accent2" accent3="accent3" accent4="accent4" accent5="accent5" accent6="accent6" hlink="hlink" folHlink="folHlink"/>
    </a:extraClrScheme>
    <a:extraClrScheme>
      <a:clrScheme name="Canadian S&amp;O Template 082407 12">
        <a:dk1>
          <a:srgbClr val="000000"/>
        </a:dk1>
        <a:lt1>
          <a:srgbClr val="FFFFFF"/>
        </a:lt1>
        <a:dk2>
          <a:srgbClr val="F1EDE1"/>
        </a:dk2>
        <a:lt2>
          <a:srgbClr val="091D5D"/>
        </a:lt2>
        <a:accent1>
          <a:srgbClr val="85C2FE"/>
        </a:accent1>
        <a:accent2>
          <a:srgbClr val="ADD6FF"/>
        </a:accent2>
        <a:accent3>
          <a:srgbClr val="FFFFFF"/>
        </a:accent3>
        <a:accent4>
          <a:srgbClr val="000000"/>
        </a:accent4>
        <a:accent5>
          <a:srgbClr val="C2DDFE"/>
        </a:accent5>
        <a:accent6>
          <a:srgbClr val="9CC2E7"/>
        </a:accent6>
        <a:hlink>
          <a:srgbClr val="C6C1D6"/>
        </a:hlink>
        <a:folHlink>
          <a:srgbClr val="F1EDE1"/>
        </a:folHlink>
      </a:clrScheme>
      <a:clrMap bg1="lt1" tx1="dk1" bg2="lt2" tx2="dk2" accent1="accent1" accent2="accent2" accent3="accent3" accent4="accent4" accent5="accent5" accent6="accent6" hlink="hlink" folHlink="folHlink"/>
    </a:extraClrScheme>
    <a:extraClrScheme>
      <a:clrScheme name="Canadian S&amp;O Template 082407 13">
        <a:dk1>
          <a:srgbClr val="000000"/>
        </a:dk1>
        <a:lt1>
          <a:srgbClr val="FFFFFF"/>
        </a:lt1>
        <a:dk2>
          <a:srgbClr val="F1EDE1"/>
        </a:dk2>
        <a:lt2>
          <a:srgbClr val="091D5D"/>
        </a:lt2>
        <a:accent1>
          <a:srgbClr val="85C2FE"/>
        </a:accent1>
        <a:accent2>
          <a:srgbClr val="ADD6FF"/>
        </a:accent2>
        <a:accent3>
          <a:srgbClr val="FFFFFF"/>
        </a:accent3>
        <a:accent4>
          <a:srgbClr val="000000"/>
        </a:accent4>
        <a:accent5>
          <a:srgbClr val="C2DDFE"/>
        </a:accent5>
        <a:accent6>
          <a:srgbClr val="9CC2E7"/>
        </a:accent6>
        <a:hlink>
          <a:srgbClr val="C6C1D6"/>
        </a:hlink>
        <a:folHlink>
          <a:srgbClr val="D6EBFF"/>
        </a:folHlink>
      </a:clrScheme>
      <a:clrMap bg1="lt1" tx1="dk1" bg2="lt2" tx2="dk2" accent1="accent1" accent2="accent2" accent3="accent3" accent4="accent4" accent5="accent5" accent6="accent6" hlink="hlink" folHlink="folHlink"/>
    </a:extraClrScheme>
    <a:extraClrScheme>
      <a:clrScheme name="Canadian S&amp;O Template 082407 14">
        <a:dk1>
          <a:srgbClr val="000000"/>
        </a:dk1>
        <a:lt1>
          <a:srgbClr val="FFFFFF"/>
        </a:lt1>
        <a:dk2>
          <a:srgbClr val="CCD6EB"/>
        </a:dk2>
        <a:lt2>
          <a:srgbClr val="000066"/>
        </a:lt2>
        <a:accent1>
          <a:srgbClr val="40B3B3"/>
        </a:accent1>
        <a:accent2>
          <a:srgbClr val="B2C1E0"/>
        </a:accent2>
        <a:accent3>
          <a:srgbClr val="FFFFFF"/>
        </a:accent3>
        <a:accent4>
          <a:srgbClr val="000000"/>
        </a:accent4>
        <a:accent5>
          <a:srgbClr val="AFD6D6"/>
        </a:accent5>
        <a:accent6>
          <a:srgbClr val="A1AFCB"/>
        </a:accent6>
        <a:hlink>
          <a:srgbClr val="66C2C2"/>
        </a:hlink>
        <a:folHlink>
          <a:srgbClr val="8CA3D1"/>
        </a:folHlink>
      </a:clrScheme>
      <a:clrMap bg1="lt1" tx1="dk1" bg2="lt2" tx2="dk2" accent1="accent1" accent2="accent2" accent3="accent3" accent4="accent4" accent5="accent5" accent6="accent6" hlink="hlink" folHlink="folHlink"/>
    </a:extraClrScheme>
    <a:extraClrScheme>
      <a:clrScheme name="Canadian S&amp;O Template 082407 15">
        <a:dk1>
          <a:srgbClr val="000000"/>
        </a:dk1>
        <a:lt1>
          <a:srgbClr val="FFFFFF"/>
        </a:lt1>
        <a:dk2>
          <a:srgbClr val="4066B2"/>
        </a:dk2>
        <a:lt2>
          <a:srgbClr val="000066"/>
        </a:lt2>
        <a:accent1>
          <a:srgbClr val="003399"/>
        </a:accent1>
        <a:accent2>
          <a:srgbClr val="80CCCC"/>
        </a:accent2>
        <a:accent3>
          <a:srgbClr val="FFFFFF"/>
        </a:accent3>
        <a:accent4>
          <a:srgbClr val="000000"/>
        </a:accent4>
        <a:accent5>
          <a:srgbClr val="AAADCA"/>
        </a:accent5>
        <a:accent6>
          <a:srgbClr val="73B9B9"/>
        </a:accent6>
        <a:hlink>
          <a:srgbClr val="8099CC"/>
        </a:hlink>
        <a:folHlink>
          <a:srgbClr val="009999"/>
        </a:folHlink>
      </a:clrScheme>
      <a:clrMap bg1="lt1" tx1="dk1" bg2="lt2" tx2="dk2" accent1="accent1" accent2="accent2" accent3="accent3" accent4="accent4" accent5="accent5" accent6="accent6" hlink="hlink" folHlink="folHlink"/>
    </a:extraClrScheme>
    <a:extraClrScheme>
      <a:clrScheme name="Canadian S&amp;O Template 082407 16">
        <a:dk1>
          <a:srgbClr val="000000"/>
        </a:dk1>
        <a:lt1>
          <a:srgbClr val="FFFFFF"/>
        </a:lt1>
        <a:dk2>
          <a:srgbClr val="4066B2"/>
        </a:dk2>
        <a:lt2>
          <a:srgbClr val="000066"/>
        </a:lt2>
        <a:accent1>
          <a:srgbClr val="003399"/>
        </a:accent1>
        <a:accent2>
          <a:srgbClr val="8099CC"/>
        </a:accent2>
        <a:accent3>
          <a:srgbClr val="FFFFFF"/>
        </a:accent3>
        <a:accent4>
          <a:srgbClr val="000000"/>
        </a:accent4>
        <a:accent5>
          <a:srgbClr val="AAADCA"/>
        </a:accent5>
        <a:accent6>
          <a:srgbClr val="738AB9"/>
        </a:accent6>
        <a:hlink>
          <a:srgbClr val="80CCCC"/>
        </a:hlink>
        <a:folHlink>
          <a:srgbClr val="4066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Deloitte Screen (small)">
  <a:themeElements>
    <a:clrScheme name="Custom 1">
      <a:dk1>
        <a:srgbClr val="002776"/>
      </a:dk1>
      <a:lt1>
        <a:srgbClr val="FFFFFF"/>
      </a:lt1>
      <a:dk2>
        <a:srgbClr val="002776"/>
      </a:dk2>
      <a:lt2>
        <a:srgbClr val="FFFFFF"/>
      </a:lt2>
      <a:accent1>
        <a:srgbClr val="002776"/>
      </a:accent1>
      <a:accent2>
        <a:srgbClr val="92D400"/>
      </a:accent2>
      <a:accent3>
        <a:srgbClr val="00A1DE"/>
      </a:accent3>
      <a:accent4>
        <a:srgbClr val="3C8A2E"/>
      </a:accent4>
      <a:accent5>
        <a:srgbClr val="72C7E7"/>
      </a:accent5>
      <a:accent6>
        <a:srgbClr val="C9DD03"/>
      </a:accent6>
      <a:hlink>
        <a:srgbClr val="00A1DE"/>
      </a:hlink>
      <a:folHlink>
        <a:srgbClr val="72C7E7"/>
      </a:folHlink>
    </a:clrScheme>
    <a:fontScheme name="1_Main Master - Deloitte Report (print) US03 Feb09">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w="12700">
          <a:solidFill>
            <a:schemeClr val="tx1"/>
          </a:solidFill>
        </a:ln>
      </a:spPr>
      <a:bodyPr lIns="45720" tIns="45720" rIns="45720" rtlCol="0" anchor="ctr"/>
      <a:lstStyle>
        <a:defPPr algn="ctr">
          <a:defRPr sz="1800" b="0" dirty="0" smtClean="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spcBef>
            <a:spcPts val="600"/>
          </a:spcBef>
          <a:defRPr sz="1800" dirty="0" err="1" smtClean="0"/>
        </a:defPPr>
      </a:lst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B3C0568293A19343BA628AD62C410A05" ma:contentTypeVersion="" ma:contentTypeDescription="Create a new document." ma:contentTypeScope="" ma:versionID="5ebbb1a15566cbe7f198a4351794335c">
  <xsd:schema xmlns:xsd="http://www.w3.org/2001/XMLSchema" xmlns:xs="http://www.w3.org/2001/XMLSchema" xmlns:p="http://schemas.microsoft.com/office/2006/metadata/properties" targetNamespace="http://schemas.microsoft.com/office/2006/metadata/properties" ma:root="true" ma:fieldsID="b2384c6cc0088fcedbaf6edaf557def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D117D94-C51D-479D-9639-ED802EA39D90}">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8C4492AA-7606-4E5B-BF8A-B1A0D000257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3.xml><?xml version="1.0" encoding="utf-8"?>
<ds:datastoreItem xmlns:ds="http://schemas.openxmlformats.org/officeDocument/2006/customXml" ds:itemID="{AD8AF05E-129C-4FC1-9003-2B55470E95A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2647</TotalTime>
  <Words>1615</Words>
  <Application>Microsoft Office PowerPoint</Application>
  <PresentationFormat>Custom</PresentationFormat>
  <Paragraphs>113</Paragraphs>
  <Slides>13</Slides>
  <Notes>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13</vt:i4>
      </vt:variant>
    </vt:vector>
  </HeadingPairs>
  <TitlesOfParts>
    <vt:vector size="19" baseType="lpstr">
      <vt:lpstr>Arial</vt:lpstr>
      <vt:lpstr>Calibri</vt:lpstr>
      <vt:lpstr>Times New Roman</vt:lpstr>
      <vt:lpstr>Wingdings</vt:lpstr>
      <vt:lpstr>Canadian S&amp;O Template 082407</vt:lpstr>
      <vt:lpstr>Deloitte Screen (small)</vt:lpstr>
      <vt:lpstr>PowerPoint Presentation</vt:lpstr>
      <vt:lpstr>PowerPoint Presentation</vt:lpstr>
      <vt:lpstr>Software Architecture (RUP)</vt:lpstr>
      <vt:lpstr>Architecture Key Mechanism (RUP) </vt:lpstr>
      <vt:lpstr>4 + 1 Views (RUP)</vt:lpstr>
      <vt:lpstr>Emerging Design (Code Craftsmanship)</vt:lpstr>
      <vt:lpstr>Model Storming</vt:lpstr>
      <vt:lpstr>System Metaphor</vt:lpstr>
      <vt:lpstr>Non-functional Requirements</vt:lpstr>
      <vt:lpstr>System Context Diagrams</vt:lpstr>
      <vt:lpstr>Domain/Service Model</vt:lpstr>
      <vt:lpstr>Architectural POC</vt:lpstr>
      <vt:lpstr>Architectural Baseline</vt:lpstr>
    </vt:vector>
  </TitlesOfParts>
  <Company>Deloitte.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Deloitte LEAN is an organization transformation framework dedicated to helping our clients obtain remarkable improvements in the technology aspects of their business</dc:title>
  <dc:creator>Emad Toukan</dc:creator>
  <cp:lastModifiedBy>Jeff Anderson</cp:lastModifiedBy>
  <cp:revision>247</cp:revision>
  <dcterms:created xsi:type="dcterms:W3CDTF">2011-09-14T01:09:05Z</dcterms:created>
  <dcterms:modified xsi:type="dcterms:W3CDTF">2026-05-16T16:23:26Z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0x010100B3C0568293A19343BA628AD62C410A05</vt:lpwstr>
  </property>
</Properties>
</file>